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57" r:id="rId3"/>
    <p:sldId id="570" r:id="rId4"/>
    <p:sldId id="635" r:id="rId5"/>
    <p:sldId id="636" r:id="rId6"/>
    <p:sldId id="576" r:id="rId7"/>
    <p:sldId id="638" r:id="rId8"/>
    <p:sldId id="642" r:id="rId9"/>
    <p:sldId id="643" r:id="rId10"/>
    <p:sldId id="644" r:id="rId11"/>
    <p:sldId id="645" r:id="rId12"/>
    <p:sldId id="646" r:id="rId13"/>
    <p:sldId id="594" r:id="rId14"/>
    <p:sldId id="579" r:id="rId15"/>
    <p:sldId id="586" r:id="rId16"/>
    <p:sldId id="606" r:id="rId17"/>
  </p:sldIdLst>
  <p:sldSz cx="12192000" cy="6858000"/>
  <p:notesSz cx="6858000" cy="9144000"/>
  <p:defaultText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2"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9" algn="l" defTabSz="91421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25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13" autoAdjust="0"/>
    <p:restoredTop sz="94660"/>
  </p:normalViewPr>
  <p:slideViewPr>
    <p:cSldViewPr snapToGrid="0">
      <p:cViewPr varScale="1">
        <p:scale>
          <a:sx n="75" d="100"/>
          <a:sy n="75" d="100"/>
        </p:scale>
        <p:origin x="4356" y="6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5C16CD-D076-4123-840C-881067D6BCD9}"/>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7EF17E-5599-4448-B064-F3D932F2E254}"/>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0D880871-A491-4E0D-B27E-69CC2687082F}" type="datetimeFigureOut">
              <a:rPr lang="en-US" smtClean="0"/>
              <a:t>12/29/2025</a:t>
            </a:fld>
            <a:endParaRPr lang="en-US" dirty="0"/>
          </a:p>
        </p:txBody>
      </p:sp>
      <p:sp>
        <p:nvSpPr>
          <p:cNvPr id="4" name="Footer Placeholder 3">
            <a:extLst>
              <a:ext uri="{FF2B5EF4-FFF2-40B4-BE49-F238E27FC236}">
                <a16:creationId xmlns:a16="http://schemas.microsoft.com/office/drawing/2014/main" id="{A35E292B-F90A-4BB4-8259-A954B9D724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9A54D03-DC40-44A3-A997-D5ED224D45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676EB5-0E83-42B6-87AF-DA4BD19E8791}" type="slidenum">
              <a:rPr lang="en-US" smtClean="0"/>
              <a:t>‹N°›</a:t>
            </a:fld>
            <a:endParaRPr lang="en-US" dirty="0"/>
          </a:p>
        </p:txBody>
      </p:sp>
    </p:spTree>
    <p:extLst>
      <p:ext uri="{BB962C8B-B14F-4D97-AF65-F5344CB8AC3E}">
        <p14:creationId xmlns:p14="http://schemas.microsoft.com/office/powerpoint/2010/main" val="9961685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5C641F-F51D-415C-88F0-82D8ED3E5518}"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5FCCD2-BBDA-4A88-9DFD-39E0D266168E}" type="slidenum">
              <a:rPr lang="en-US" smtClean="0"/>
              <a:t>‹N°›</a:t>
            </a:fld>
            <a:endParaRPr lang="en-US"/>
          </a:p>
        </p:txBody>
      </p:sp>
    </p:spTree>
    <p:extLst>
      <p:ext uri="{BB962C8B-B14F-4D97-AF65-F5344CB8AC3E}">
        <p14:creationId xmlns:p14="http://schemas.microsoft.com/office/powerpoint/2010/main" val="3408038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CEC06-F3B8-4E2C-8B0F-6E15C4B215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000B03-2564-4425-BA16-870D3EA283CC}"/>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D8FBF5-D5EA-4600-B59B-54DC238F02CB}"/>
              </a:ext>
            </a:extLst>
          </p:cNvPr>
          <p:cNvSpPr>
            <a:spLocks noGrp="1"/>
          </p:cNvSpPr>
          <p:nvPr>
            <p:ph type="dt" sz="half" idx="10"/>
          </p:nvPr>
        </p:nvSpPr>
        <p:spPr/>
        <p:txBody>
          <a:bodyPr/>
          <a:lstStyle/>
          <a:p>
            <a:fld id="{4419F7BE-4866-4F33-BB92-9AC746773335}" type="datetime1">
              <a:rPr lang="en-US" smtClean="0"/>
              <a:t>12/28/2025</a:t>
            </a:fld>
            <a:endParaRPr lang="en-US" dirty="0"/>
          </a:p>
        </p:txBody>
      </p:sp>
      <p:sp>
        <p:nvSpPr>
          <p:cNvPr id="5" name="Footer Placeholder 4">
            <a:extLst>
              <a:ext uri="{FF2B5EF4-FFF2-40B4-BE49-F238E27FC236}">
                <a16:creationId xmlns:a16="http://schemas.microsoft.com/office/drawing/2014/main" id="{0ABF6611-B9C7-468A-840A-8D4C0A9BB2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7871E0-1F8A-49E6-9539-65AE184BBD5C}"/>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372019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E7DC1-8F11-48D6-A3A2-3252D48540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5BFE87-CE00-42FE-B480-C829ECDAF3A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840DE-B859-48E9-BE07-084D52C37B2F}"/>
              </a:ext>
            </a:extLst>
          </p:cNvPr>
          <p:cNvSpPr>
            <a:spLocks noGrp="1"/>
          </p:cNvSpPr>
          <p:nvPr>
            <p:ph type="dt" sz="half" idx="10"/>
          </p:nvPr>
        </p:nvSpPr>
        <p:spPr/>
        <p:txBody>
          <a:bodyPr/>
          <a:lstStyle/>
          <a:p>
            <a:fld id="{E54ECF07-EDF5-428C-ADD8-70318C1BC82F}" type="datetime1">
              <a:rPr lang="en-US" smtClean="0"/>
              <a:t>12/28/2025</a:t>
            </a:fld>
            <a:endParaRPr lang="en-US" dirty="0"/>
          </a:p>
        </p:txBody>
      </p:sp>
      <p:sp>
        <p:nvSpPr>
          <p:cNvPr id="5" name="Footer Placeholder 4">
            <a:extLst>
              <a:ext uri="{FF2B5EF4-FFF2-40B4-BE49-F238E27FC236}">
                <a16:creationId xmlns:a16="http://schemas.microsoft.com/office/drawing/2014/main" id="{8706D3B7-FC82-4346-8E1C-1FA81D03CBA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0C65B3-632A-4C2D-B0B0-067CA1915FCD}"/>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2833099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1660-6677-46E5-8D05-3840691C4C34}"/>
              </a:ext>
            </a:extLst>
          </p:cNvPr>
          <p:cNvSpPr>
            <a:spLocks noGrp="1"/>
          </p:cNvSpPr>
          <p:nvPr>
            <p:ph type="title"/>
          </p:nvPr>
        </p:nvSpPr>
        <p:spPr>
          <a:xfrm>
            <a:off x="831850"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B5E8E-8A1B-4972-A53D-5AF0BC236088}"/>
              </a:ext>
            </a:extLst>
          </p:cNvPr>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DE0AF27-02ED-46C8-BC37-3BD80F2965D2}"/>
              </a:ext>
            </a:extLst>
          </p:cNvPr>
          <p:cNvSpPr>
            <a:spLocks noGrp="1"/>
          </p:cNvSpPr>
          <p:nvPr>
            <p:ph type="dt" sz="half" idx="10"/>
          </p:nvPr>
        </p:nvSpPr>
        <p:spPr/>
        <p:txBody>
          <a:bodyPr/>
          <a:lstStyle/>
          <a:p>
            <a:fld id="{E7BE8D7E-78A9-494D-BE8E-BB9895C10556}" type="datetime1">
              <a:rPr lang="en-US" smtClean="0"/>
              <a:t>12/28/2025</a:t>
            </a:fld>
            <a:endParaRPr lang="en-US" dirty="0"/>
          </a:p>
        </p:txBody>
      </p:sp>
      <p:sp>
        <p:nvSpPr>
          <p:cNvPr id="5" name="Footer Placeholder 4">
            <a:extLst>
              <a:ext uri="{FF2B5EF4-FFF2-40B4-BE49-F238E27FC236}">
                <a16:creationId xmlns:a16="http://schemas.microsoft.com/office/drawing/2014/main" id="{09AAB325-7389-4A68-986F-39EB4BE4055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81CDA2-18B1-4CF9-93FB-68013DA9DC70}"/>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319630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090A-BD90-48D4-9136-DEA6B09DE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1C3C9-0E62-4003-B26A-9504F8FDA88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7E72CC-6C57-47E3-87A6-B0C0EC510C0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551DFF-879F-452E-AF31-A17F02590B44}"/>
              </a:ext>
            </a:extLst>
          </p:cNvPr>
          <p:cNvSpPr>
            <a:spLocks noGrp="1"/>
          </p:cNvSpPr>
          <p:nvPr>
            <p:ph type="dt" sz="half" idx="10"/>
          </p:nvPr>
        </p:nvSpPr>
        <p:spPr/>
        <p:txBody>
          <a:bodyPr/>
          <a:lstStyle/>
          <a:p>
            <a:fld id="{743BABD5-8581-4657-BA32-8E6899E65B93}" type="datetime1">
              <a:rPr lang="en-US" smtClean="0"/>
              <a:t>12/28/2025</a:t>
            </a:fld>
            <a:endParaRPr lang="en-US" dirty="0"/>
          </a:p>
        </p:txBody>
      </p:sp>
      <p:sp>
        <p:nvSpPr>
          <p:cNvPr id="6" name="Footer Placeholder 5">
            <a:extLst>
              <a:ext uri="{FF2B5EF4-FFF2-40B4-BE49-F238E27FC236}">
                <a16:creationId xmlns:a16="http://schemas.microsoft.com/office/drawing/2014/main" id="{847DA84C-A37D-4CD6-BCC7-F7C3B5C85C1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EEF04B-3413-43B3-83AA-E6E303FF1E70}"/>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299095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F3B8-4BAC-4F18-B6E2-6963868B171D}"/>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EFE6BB-5140-4F48-B8FD-6D66A962EF96}"/>
              </a:ext>
            </a:extLst>
          </p:cNvPr>
          <p:cNvSpPr>
            <a:spLocks noGrp="1"/>
          </p:cNvSpPr>
          <p:nvPr>
            <p:ph type="body" idx="1"/>
          </p:nvPr>
        </p:nvSpPr>
        <p:spPr>
          <a:xfrm>
            <a:off x="839788"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DA7C1CC-94E3-4E0F-A19F-BEC42FC457F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694BDC-9A07-49FC-BE01-80C7ED7E8CFA}"/>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2CB0BEE-F64D-409D-B96F-DBF20DA79A31}"/>
              </a:ext>
            </a:extLst>
          </p:cNvPr>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7BC85C-F34C-40A1-88FD-62985A4F706F}"/>
              </a:ext>
            </a:extLst>
          </p:cNvPr>
          <p:cNvSpPr>
            <a:spLocks noGrp="1"/>
          </p:cNvSpPr>
          <p:nvPr>
            <p:ph type="dt" sz="half" idx="10"/>
          </p:nvPr>
        </p:nvSpPr>
        <p:spPr/>
        <p:txBody>
          <a:bodyPr/>
          <a:lstStyle/>
          <a:p>
            <a:fld id="{3B0FCD92-607D-4E1F-B01B-FCEB28000270}" type="datetime1">
              <a:rPr lang="en-US" smtClean="0"/>
              <a:t>12/28/2025</a:t>
            </a:fld>
            <a:endParaRPr lang="en-US" dirty="0"/>
          </a:p>
        </p:txBody>
      </p:sp>
      <p:sp>
        <p:nvSpPr>
          <p:cNvPr id="8" name="Footer Placeholder 7">
            <a:extLst>
              <a:ext uri="{FF2B5EF4-FFF2-40B4-BE49-F238E27FC236}">
                <a16:creationId xmlns:a16="http://schemas.microsoft.com/office/drawing/2014/main" id="{AE7C68DC-DA55-4AF6-BA8A-D80E4D187C4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DE54A23-90C4-42DD-8424-9A2A67B789EB}"/>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67582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FB77-9AA9-459D-8447-3C446E7CF2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E7C839-FAE4-47F3-B364-6F1BE115EAED}"/>
              </a:ext>
            </a:extLst>
          </p:cNvPr>
          <p:cNvSpPr>
            <a:spLocks noGrp="1"/>
          </p:cNvSpPr>
          <p:nvPr>
            <p:ph type="dt" sz="half" idx="10"/>
          </p:nvPr>
        </p:nvSpPr>
        <p:spPr/>
        <p:txBody>
          <a:bodyPr/>
          <a:lstStyle/>
          <a:p>
            <a:fld id="{CD5DF97E-E5D9-48CD-AF7B-B96862380FC8}" type="datetime1">
              <a:rPr lang="en-US" smtClean="0"/>
              <a:t>12/28/2025</a:t>
            </a:fld>
            <a:endParaRPr lang="en-US" dirty="0"/>
          </a:p>
        </p:txBody>
      </p:sp>
      <p:sp>
        <p:nvSpPr>
          <p:cNvPr id="4" name="Footer Placeholder 3">
            <a:extLst>
              <a:ext uri="{FF2B5EF4-FFF2-40B4-BE49-F238E27FC236}">
                <a16:creationId xmlns:a16="http://schemas.microsoft.com/office/drawing/2014/main" id="{3044C169-1E38-48CA-806F-B10FC748401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CEBD49A-B8FB-47E6-A413-E863D0BE7047}"/>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500295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B2F12A-6BCE-4716-A14B-01185B116DBF}"/>
              </a:ext>
            </a:extLst>
          </p:cNvPr>
          <p:cNvSpPr>
            <a:spLocks noGrp="1"/>
          </p:cNvSpPr>
          <p:nvPr>
            <p:ph type="dt" sz="half" idx="10"/>
          </p:nvPr>
        </p:nvSpPr>
        <p:spPr/>
        <p:txBody>
          <a:bodyPr/>
          <a:lstStyle/>
          <a:p>
            <a:fld id="{29E15E21-49B8-424A-8728-B9229CB01965}" type="datetime1">
              <a:rPr lang="en-US" smtClean="0"/>
              <a:t>12/28/2025</a:t>
            </a:fld>
            <a:endParaRPr lang="en-US" dirty="0"/>
          </a:p>
        </p:txBody>
      </p:sp>
      <p:sp>
        <p:nvSpPr>
          <p:cNvPr id="3" name="Footer Placeholder 2">
            <a:extLst>
              <a:ext uri="{FF2B5EF4-FFF2-40B4-BE49-F238E27FC236}">
                <a16:creationId xmlns:a16="http://schemas.microsoft.com/office/drawing/2014/main" id="{0E7F0D77-FB58-42AD-B0D7-1EC3AEF9E37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C08B63E-130B-4A65-A949-57AD253E751A}"/>
              </a:ext>
            </a:extLst>
          </p:cNvPr>
          <p:cNvSpPr>
            <a:spLocks noGrp="1"/>
          </p:cNvSpPr>
          <p:nvPr>
            <p:ph type="sldNum" sz="quarter" idx="12"/>
          </p:nvPr>
        </p:nvSpPr>
        <p:spPr/>
        <p:txBody>
          <a:bodyPr/>
          <a:lstStyle/>
          <a:p>
            <a:fld id="{02383E7E-9DFE-4A1E-AEC2-D2E19E891C2C}" type="slidenum">
              <a:rPr lang="en-US" smtClean="0"/>
              <a:t>‹N°›</a:t>
            </a:fld>
            <a:endParaRPr lang="en-US" dirty="0"/>
          </a:p>
        </p:txBody>
      </p:sp>
      <p:sp>
        <p:nvSpPr>
          <p:cNvPr id="6" name="Picture Placeholder 5">
            <a:extLst>
              <a:ext uri="{FF2B5EF4-FFF2-40B4-BE49-F238E27FC236}">
                <a16:creationId xmlns:a16="http://schemas.microsoft.com/office/drawing/2014/main" id="{14D8D99B-236D-46C1-B8CC-F73A90F10BB5}"/>
              </a:ext>
            </a:extLst>
          </p:cNvPr>
          <p:cNvSpPr>
            <a:spLocks noGrp="1"/>
          </p:cNvSpPr>
          <p:nvPr>
            <p:ph type="pic" sz="quarter" idx="13" hasCustomPrompt="1"/>
          </p:nvPr>
        </p:nvSpPr>
        <p:spPr>
          <a:xfrm>
            <a:off x="291633"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9" name="Picture Placeholder 5">
            <a:extLst>
              <a:ext uri="{FF2B5EF4-FFF2-40B4-BE49-F238E27FC236}">
                <a16:creationId xmlns:a16="http://schemas.microsoft.com/office/drawing/2014/main" id="{71B9D871-D158-4635-8CD4-C3E09150D08A}"/>
              </a:ext>
            </a:extLst>
          </p:cNvPr>
          <p:cNvSpPr>
            <a:spLocks noGrp="1"/>
          </p:cNvSpPr>
          <p:nvPr>
            <p:ph type="pic" sz="quarter" idx="14" hasCustomPrompt="1"/>
          </p:nvPr>
        </p:nvSpPr>
        <p:spPr>
          <a:xfrm>
            <a:off x="2681746"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0" name="Picture Placeholder 5">
            <a:extLst>
              <a:ext uri="{FF2B5EF4-FFF2-40B4-BE49-F238E27FC236}">
                <a16:creationId xmlns:a16="http://schemas.microsoft.com/office/drawing/2014/main" id="{5BD24C01-3F9A-4DF6-B721-6943F82B3154}"/>
              </a:ext>
            </a:extLst>
          </p:cNvPr>
          <p:cNvSpPr>
            <a:spLocks noGrp="1"/>
          </p:cNvSpPr>
          <p:nvPr>
            <p:ph type="pic" sz="quarter" idx="15" hasCustomPrompt="1"/>
          </p:nvPr>
        </p:nvSpPr>
        <p:spPr>
          <a:xfrm>
            <a:off x="4990380"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1" name="Picture Placeholder 5">
            <a:extLst>
              <a:ext uri="{FF2B5EF4-FFF2-40B4-BE49-F238E27FC236}">
                <a16:creationId xmlns:a16="http://schemas.microsoft.com/office/drawing/2014/main" id="{E7167516-F082-4E72-A2F4-4A00553C6A83}"/>
              </a:ext>
            </a:extLst>
          </p:cNvPr>
          <p:cNvSpPr>
            <a:spLocks noGrp="1"/>
          </p:cNvSpPr>
          <p:nvPr>
            <p:ph type="pic" sz="quarter" idx="16" hasCustomPrompt="1"/>
          </p:nvPr>
        </p:nvSpPr>
        <p:spPr>
          <a:xfrm>
            <a:off x="7643046"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2" name="Picture Placeholder 5">
            <a:extLst>
              <a:ext uri="{FF2B5EF4-FFF2-40B4-BE49-F238E27FC236}">
                <a16:creationId xmlns:a16="http://schemas.microsoft.com/office/drawing/2014/main" id="{B7F1A3A0-91F1-43E9-ADFD-96C76FBB40BD}"/>
              </a:ext>
            </a:extLst>
          </p:cNvPr>
          <p:cNvSpPr>
            <a:spLocks noGrp="1"/>
          </p:cNvSpPr>
          <p:nvPr>
            <p:ph type="pic" sz="quarter" idx="17" hasCustomPrompt="1"/>
          </p:nvPr>
        </p:nvSpPr>
        <p:spPr>
          <a:xfrm>
            <a:off x="10032750"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3" name="Picture Placeholder 5">
            <a:extLst>
              <a:ext uri="{FF2B5EF4-FFF2-40B4-BE49-F238E27FC236}">
                <a16:creationId xmlns:a16="http://schemas.microsoft.com/office/drawing/2014/main" id="{73078B10-D96E-450F-BDAE-D96E911C2CA3}"/>
              </a:ext>
            </a:extLst>
          </p:cNvPr>
          <p:cNvSpPr>
            <a:spLocks noGrp="1"/>
          </p:cNvSpPr>
          <p:nvPr>
            <p:ph type="pic" sz="quarter" idx="18" hasCustomPrompt="1"/>
          </p:nvPr>
        </p:nvSpPr>
        <p:spPr>
          <a:xfrm>
            <a:off x="291633" y="2966629"/>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Tree>
    <p:extLst>
      <p:ext uri="{BB962C8B-B14F-4D97-AF65-F5344CB8AC3E}">
        <p14:creationId xmlns:p14="http://schemas.microsoft.com/office/powerpoint/2010/main" val="832161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F4C7C-B380-4067-BD97-E5D7EF784BB3}"/>
              </a:ext>
            </a:extLst>
          </p:cNvPr>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80E0AE-E5B9-4127-8E1F-93A7082B0EE9}"/>
              </a:ext>
            </a:extLst>
          </p:cNvPr>
          <p:cNvSpPr>
            <a:spLocks noGrp="1"/>
          </p:cNvSpPr>
          <p:nvPr>
            <p:ph idx="1"/>
          </p:nvPr>
        </p:nvSpPr>
        <p:spPr>
          <a:xfrm>
            <a:off x="5183189"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952295-F7AA-48AC-B92E-F10FD2DC0675}"/>
              </a:ext>
            </a:extLst>
          </p:cNvPr>
          <p:cNvSpPr>
            <a:spLocks noGrp="1"/>
          </p:cNvSpPr>
          <p:nvPr>
            <p:ph type="body" sz="half" idx="2"/>
          </p:nvPr>
        </p:nvSpPr>
        <p:spPr>
          <a:xfrm>
            <a:off x="839789" y="2057400"/>
            <a:ext cx="3932237"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2BC37D-F2B8-45B5-8893-C63E8646AF87}"/>
              </a:ext>
            </a:extLst>
          </p:cNvPr>
          <p:cNvSpPr>
            <a:spLocks noGrp="1"/>
          </p:cNvSpPr>
          <p:nvPr>
            <p:ph type="dt" sz="half" idx="10"/>
          </p:nvPr>
        </p:nvSpPr>
        <p:spPr/>
        <p:txBody>
          <a:bodyPr/>
          <a:lstStyle/>
          <a:p>
            <a:fld id="{AE24BBE8-FAAE-4ACE-BE2E-2F4F4ACA0795}" type="datetime1">
              <a:rPr lang="en-US" smtClean="0"/>
              <a:t>12/28/2025</a:t>
            </a:fld>
            <a:endParaRPr lang="en-US" dirty="0"/>
          </a:p>
        </p:txBody>
      </p:sp>
      <p:sp>
        <p:nvSpPr>
          <p:cNvPr id="6" name="Footer Placeholder 5">
            <a:extLst>
              <a:ext uri="{FF2B5EF4-FFF2-40B4-BE49-F238E27FC236}">
                <a16:creationId xmlns:a16="http://schemas.microsoft.com/office/drawing/2014/main" id="{8F55578D-3A5B-4AF5-AE0C-15E1890D53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CCC7AD4-C715-4A4D-B82C-8D513D495614}"/>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166703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90AF68B-0660-4858-814B-940C4E66634B}"/>
              </a:ext>
            </a:extLst>
          </p:cNvPr>
          <p:cNvSpPr>
            <a:spLocks noGrp="1"/>
          </p:cNvSpPr>
          <p:nvPr>
            <p:ph type="pic" idx="1"/>
          </p:nvPr>
        </p:nvSpPr>
        <p:spPr>
          <a:xfrm>
            <a:off x="3192464" y="730251"/>
            <a:ext cx="6172200" cy="4873625"/>
          </a:xfrm>
        </p:spPr>
        <p:txBody>
          <a:bodyPr/>
          <a:lstStyle>
            <a:lvl1pPr marL="0" indent="0">
              <a:buNone/>
              <a:defRPr sz="3200"/>
            </a:lvl1pPr>
            <a:lvl2pPr marL="457164" indent="0">
              <a:buNone/>
              <a:defRPr sz="2799"/>
            </a:lvl2pPr>
            <a:lvl3pPr marL="914329" indent="0">
              <a:buNone/>
              <a:defRPr sz="2400"/>
            </a:lvl3pPr>
            <a:lvl4pPr marL="1371493" indent="0">
              <a:buNone/>
              <a:defRPr sz="2000"/>
            </a:lvl4pPr>
            <a:lvl5pPr marL="1828657" indent="0">
              <a:buNone/>
              <a:defRPr sz="2000"/>
            </a:lvl5pPr>
            <a:lvl6pPr marL="2285821" indent="0">
              <a:buNone/>
              <a:defRPr sz="2000"/>
            </a:lvl6pPr>
            <a:lvl7pPr marL="2742985" indent="0">
              <a:buNone/>
              <a:defRPr sz="2000"/>
            </a:lvl7pPr>
            <a:lvl8pPr marL="3200148" indent="0">
              <a:buNone/>
              <a:defRPr sz="2000"/>
            </a:lvl8pPr>
            <a:lvl9pPr marL="3657312" indent="0">
              <a:buNone/>
              <a:defRPr sz="2000"/>
            </a:lvl9pPr>
          </a:lstStyle>
          <a:p>
            <a:endParaRPr lang="en-US" dirty="0"/>
          </a:p>
        </p:txBody>
      </p:sp>
      <p:sp>
        <p:nvSpPr>
          <p:cNvPr id="5" name="Date Placeholder 4">
            <a:extLst>
              <a:ext uri="{FF2B5EF4-FFF2-40B4-BE49-F238E27FC236}">
                <a16:creationId xmlns:a16="http://schemas.microsoft.com/office/drawing/2014/main" id="{47B610E6-F570-4537-BAD5-9DDD739B570F}"/>
              </a:ext>
            </a:extLst>
          </p:cNvPr>
          <p:cNvSpPr>
            <a:spLocks noGrp="1"/>
          </p:cNvSpPr>
          <p:nvPr>
            <p:ph type="dt" sz="half" idx="10"/>
          </p:nvPr>
        </p:nvSpPr>
        <p:spPr/>
        <p:txBody>
          <a:bodyPr/>
          <a:lstStyle/>
          <a:p>
            <a:fld id="{677B6E8D-FF1D-4EAC-B968-64EA1E3D2472}" type="datetime1">
              <a:rPr lang="en-US" smtClean="0"/>
              <a:t>12/28/2025</a:t>
            </a:fld>
            <a:endParaRPr lang="en-US" dirty="0"/>
          </a:p>
        </p:txBody>
      </p:sp>
      <p:sp>
        <p:nvSpPr>
          <p:cNvPr id="6" name="Footer Placeholder 5">
            <a:extLst>
              <a:ext uri="{FF2B5EF4-FFF2-40B4-BE49-F238E27FC236}">
                <a16:creationId xmlns:a16="http://schemas.microsoft.com/office/drawing/2014/main" id="{4749A2FD-081E-4523-B2E6-F9A04630647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E804314-AFBC-4922-BE73-F80D33AB14CD}"/>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1551839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6800-023A-43EF-A7EB-1EC254D8BC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905B04-597F-465E-851E-2661EAEAC5A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8D492-F277-449C-811D-047EFA5A71DC}"/>
              </a:ext>
            </a:extLst>
          </p:cNvPr>
          <p:cNvSpPr>
            <a:spLocks noGrp="1"/>
          </p:cNvSpPr>
          <p:nvPr>
            <p:ph type="dt" sz="half" idx="10"/>
          </p:nvPr>
        </p:nvSpPr>
        <p:spPr/>
        <p:txBody>
          <a:bodyPr/>
          <a:lstStyle/>
          <a:p>
            <a:fld id="{82F96FDB-49F6-4B0F-9D76-85F8AE6CC5C9}" type="datetime1">
              <a:rPr lang="en-US" smtClean="0"/>
              <a:t>12/28/2025</a:t>
            </a:fld>
            <a:endParaRPr lang="en-US" dirty="0"/>
          </a:p>
        </p:txBody>
      </p:sp>
      <p:sp>
        <p:nvSpPr>
          <p:cNvPr id="5" name="Footer Placeholder 4">
            <a:extLst>
              <a:ext uri="{FF2B5EF4-FFF2-40B4-BE49-F238E27FC236}">
                <a16:creationId xmlns:a16="http://schemas.microsoft.com/office/drawing/2014/main" id="{0D6E342B-75A7-4B70-9C03-0CE04872B4A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2EDC5F0-D402-4200-A3DF-41341D675409}"/>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620775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1C786B-89FF-4B70-B413-CF9F4FE6EE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18D656-4DCF-4FCD-987B-3766B43B06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A09D1-F7EE-49FF-847F-2BA5B9D4AA39}"/>
              </a:ext>
            </a:extLst>
          </p:cNvPr>
          <p:cNvSpPr>
            <a:spLocks noGrp="1"/>
          </p:cNvSpPr>
          <p:nvPr>
            <p:ph type="dt" sz="half" idx="10"/>
          </p:nvPr>
        </p:nvSpPr>
        <p:spPr/>
        <p:txBody>
          <a:bodyPr/>
          <a:lstStyle/>
          <a:p>
            <a:fld id="{2FE02952-25C9-49ED-AAE5-8ED8439FE07E}" type="datetime1">
              <a:rPr lang="en-US" smtClean="0"/>
              <a:t>12/28/2025</a:t>
            </a:fld>
            <a:endParaRPr lang="en-US" dirty="0"/>
          </a:p>
        </p:txBody>
      </p:sp>
      <p:sp>
        <p:nvSpPr>
          <p:cNvPr id="5" name="Footer Placeholder 4">
            <a:extLst>
              <a:ext uri="{FF2B5EF4-FFF2-40B4-BE49-F238E27FC236}">
                <a16:creationId xmlns:a16="http://schemas.microsoft.com/office/drawing/2014/main" id="{E64B355D-B132-4F33-AB04-61E1A14890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57A51A3-7091-48CF-B98C-03AF74F90CB3}"/>
              </a:ext>
            </a:extLst>
          </p:cNvPr>
          <p:cNvSpPr>
            <a:spLocks noGrp="1"/>
          </p:cNvSpPr>
          <p:nvPr>
            <p:ph type="sldNum" sz="quarter" idx="12"/>
          </p:nvPr>
        </p:nvSpPr>
        <p:spPr/>
        <p:txBody>
          <a:bodyPr/>
          <a:lstStyle/>
          <a:p>
            <a:fld id="{02383E7E-9DFE-4A1E-AEC2-D2E19E891C2C}" type="slidenum">
              <a:rPr lang="en-US" smtClean="0"/>
              <a:t>‹N°›</a:t>
            </a:fld>
            <a:endParaRPr lang="en-US" dirty="0"/>
          </a:p>
        </p:txBody>
      </p:sp>
    </p:spTree>
    <p:extLst>
      <p:ext uri="{BB962C8B-B14F-4D97-AF65-F5344CB8AC3E}">
        <p14:creationId xmlns:p14="http://schemas.microsoft.com/office/powerpoint/2010/main" val="124843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579B4-3455-48EB-BC42-53EACC073464}"/>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DBE214-C24F-4958-8779-3412B4196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5BA94E-504A-40A5-A791-F646936AD6D5}"/>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C4BD58-6E39-477B-849A-DBB96BA5E232}" type="datetime1">
              <a:rPr lang="en-US" smtClean="0"/>
              <a:t>12/28/2025</a:t>
            </a:fld>
            <a:endParaRPr lang="en-US" dirty="0"/>
          </a:p>
        </p:txBody>
      </p:sp>
      <p:sp>
        <p:nvSpPr>
          <p:cNvPr id="5" name="Footer Placeholder 4">
            <a:extLst>
              <a:ext uri="{FF2B5EF4-FFF2-40B4-BE49-F238E27FC236}">
                <a16:creationId xmlns:a16="http://schemas.microsoft.com/office/drawing/2014/main" id="{C1F20237-BE98-4F01-A3D8-22364C89EF37}"/>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B19E9C7-15FC-4792-826E-056C89E48CD4}"/>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83E7E-9DFE-4A1E-AEC2-D2E19E891C2C}" type="slidenum">
              <a:rPr lang="en-US" smtClean="0"/>
              <a:t>‹N°›</a:t>
            </a:fld>
            <a:endParaRPr lang="en-US" dirty="0"/>
          </a:p>
        </p:txBody>
      </p:sp>
    </p:spTree>
    <p:extLst>
      <p:ext uri="{BB962C8B-B14F-4D97-AF65-F5344CB8AC3E}">
        <p14:creationId xmlns:p14="http://schemas.microsoft.com/office/powerpoint/2010/main" val="1023636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9"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1"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9"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8.jp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jp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jpe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jpg"/><Relationship Id="rId9" Type="http://schemas.openxmlformats.org/officeDocument/2006/relationships/image" Target="../media/image29.png"/><Relationship Id="rId1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BF09116-5987-43DE-9F4D-C42314E70D2A}"/>
              </a:ext>
            </a:extLst>
          </p:cNvPr>
          <p:cNvSpPr/>
          <p:nvPr/>
        </p:nvSpPr>
        <p:spPr>
          <a:xfrm>
            <a:off x="1220234" y="2157350"/>
            <a:ext cx="9274654" cy="1789441"/>
          </a:xfrm>
          <a:custGeom>
            <a:avLst/>
            <a:gdLst>
              <a:gd name="connsiteX0" fmla="*/ 7144 w 4124325"/>
              <a:gd name="connsiteY0" fmla="*/ 7144 h 6867525"/>
              <a:gd name="connsiteX1" fmla="*/ 4122516 w 4124325"/>
              <a:gd name="connsiteY1" fmla="*/ 7144 h 6867525"/>
              <a:gd name="connsiteX2" fmla="*/ 4122516 w 4124325"/>
              <a:gd name="connsiteY2" fmla="*/ 6865144 h 6867525"/>
              <a:gd name="connsiteX3" fmla="*/ 7145 w 4124325"/>
              <a:gd name="connsiteY3" fmla="*/ 6865144 h 6867525"/>
            </a:gdLst>
            <a:ahLst/>
            <a:cxnLst>
              <a:cxn ang="0">
                <a:pos x="connsiteX0" y="connsiteY0"/>
              </a:cxn>
              <a:cxn ang="0">
                <a:pos x="connsiteX1" y="connsiteY1"/>
              </a:cxn>
              <a:cxn ang="0">
                <a:pos x="connsiteX2" y="connsiteY2"/>
              </a:cxn>
              <a:cxn ang="0">
                <a:pos x="connsiteX3" y="connsiteY3"/>
              </a:cxn>
            </a:cxnLst>
            <a:rect l="l" t="t" r="r" b="b"/>
            <a:pathLst>
              <a:path w="4124325" h="6867525">
                <a:moveTo>
                  <a:pt x="7144" y="7144"/>
                </a:moveTo>
                <a:lnTo>
                  <a:pt x="4122516" y="7144"/>
                </a:lnTo>
                <a:lnTo>
                  <a:pt x="4122516" y="6865144"/>
                </a:lnTo>
                <a:lnTo>
                  <a:pt x="7145" y="6865144"/>
                </a:lnTo>
                <a:close/>
              </a:path>
            </a:pathLst>
          </a:custGeom>
          <a:solidFill>
            <a:schemeClr val="accent2">
              <a:lumMod val="60000"/>
              <a:lumOff val="40000"/>
            </a:schemeClr>
          </a:solidFill>
          <a:ln w="9525" cap="flat">
            <a:noFill/>
            <a:prstDash val="solid"/>
            <a:miter/>
          </a:ln>
        </p:spPr>
        <p:txBody>
          <a:bodyPr rtlCol="0" anchor="ctr"/>
          <a:lstStyle/>
          <a:p>
            <a:endParaRPr lang="en-US" sz="3598" dirty="0">
              <a:solidFill>
                <a:schemeClr val="bg2">
                  <a:lumMod val="10000"/>
                </a:schemeClr>
              </a:solidFill>
            </a:endParaRPr>
          </a:p>
        </p:txBody>
      </p:sp>
      <p:sp>
        <p:nvSpPr>
          <p:cNvPr id="16" name="Rectangle 15">
            <a:extLst>
              <a:ext uri="{FF2B5EF4-FFF2-40B4-BE49-F238E27FC236}">
                <a16:creationId xmlns:a16="http://schemas.microsoft.com/office/drawing/2014/main" id="{430865AC-6117-4062-9E0D-35AA2109A4BD}"/>
              </a:ext>
            </a:extLst>
          </p:cNvPr>
          <p:cNvSpPr/>
          <p:nvPr/>
        </p:nvSpPr>
        <p:spPr>
          <a:xfrm>
            <a:off x="1198530" y="2338982"/>
            <a:ext cx="9235389" cy="1323439"/>
          </a:xfrm>
          <a:prstGeom prst="rect">
            <a:avLst/>
          </a:prstGeom>
        </p:spPr>
        <p:txBody>
          <a:bodyPr wrap="square">
            <a:spAutoFit/>
          </a:bodyPr>
          <a:lstStyle/>
          <a:p>
            <a:pPr algn="ctr"/>
            <a:r>
              <a:rPr lang="en-US" sz="4000" b="1" dirty="0">
                <a:solidFill>
                  <a:schemeClr val="bg1"/>
                </a:solidFill>
              </a:rPr>
              <a:t>DEARS: Distributed emergency alert &amp; response system</a:t>
            </a:r>
            <a:endParaRPr lang="en-US" sz="4000" dirty="0">
              <a:solidFill>
                <a:schemeClr val="bg1"/>
              </a:solidFill>
            </a:endParaRPr>
          </a:p>
        </p:txBody>
      </p:sp>
      <p:sp>
        <p:nvSpPr>
          <p:cNvPr id="19" name="Freeform: Shape 6">
            <a:extLst>
              <a:ext uri="{FF2B5EF4-FFF2-40B4-BE49-F238E27FC236}">
                <a16:creationId xmlns:a16="http://schemas.microsoft.com/office/drawing/2014/main" id="{1B971D09-7218-4030-B36C-7A9C67C9C7EA}"/>
              </a:ext>
            </a:extLst>
          </p:cNvPr>
          <p:cNvSpPr/>
          <p:nvPr/>
        </p:nvSpPr>
        <p:spPr>
          <a:xfrm>
            <a:off x="11656397" y="0"/>
            <a:ext cx="535604" cy="6867525"/>
          </a:xfrm>
          <a:custGeom>
            <a:avLst/>
            <a:gdLst>
              <a:gd name="connsiteX0" fmla="*/ 7144 w 4124325"/>
              <a:gd name="connsiteY0" fmla="*/ 7144 h 6867525"/>
              <a:gd name="connsiteX1" fmla="*/ 4122515 w 4124325"/>
              <a:gd name="connsiteY1" fmla="*/ 7144 h 6867525"/>
              <a:gd name="connsiteX2" fmla="*/ 4122515 w 4124325"/>
              <a:gd name="connsiteY2" fmla="*/ 6865144 h 6867525"/>
              <a:gd name="connsiteX3" fmla="*/ 7144 w 4124325"/>
              <a:gd name="connsiteY3" fmla="*/ 6865144 h 6867525"/>
            </a:gdLst>
            <a:ahLst/>
            <a:cxnLst>
              <a:cxn ang="0">
                <a:pos x="connsiteX0" y="connsiteY0"/>
              </a:cxn>
              <a:cxn ang="0">
                <a:pos x="connsiteX1" y="connsiteY1"/>
              </a:cxn>
              <a:cxn ang="0">
                <a:pos x="connsiteX2" y="connsiteY2"/>
              </a:cxn>
              <a:cxn ang="0">
                <a:pos x="connsiteX3" y="connsiteY3"/>
              </a:cxn>
            </a:cxnLst>
            <a:rect l="l" t="t" r="r" b="b"/>
            <a:pathLst>
              <a:path w="4124325" h="6867525">
                <a:moveTo>
                  <a:pt x="7144" y="7144"/>
                </a:moveTo>
                <a:lnTo>
                  <a:pt x="4122515" y="7144"/>
                </a:lnTo>
                <a:lnTo>
                  <a:pt x="4122515" y="6865144"/>
                </a:lnTo>
                <a:lnTo>
                  <a:pt x="7144" y="6865144"/>
                </a:lnTo>
                <a:close/>
              </a:path>
            </a:pathLst>
          </a:custGeom>
          <a:solidFill>
            <a:schemeClr val="accent2">
              <a:lumMod val="60000"/>
              <a:lumOff val="40000"/>
            </a:schemeClr>
          </a:solidFill>
          <a:ln w="9525" cap="flat">
            <a:noFill/>
            <a:prstDash val="solid"/>
            <a:miter/>
          </a:ln>
        </p:spPr>
        <p:txBody>
          <a:bodyPr rtlCol="0" anchor="ctr"/>
          <a:lstStyle/>
          <a:p>
            <a:endParaRPr lang="en-US" sz="3598"/>
          </a:p>
        </p:txBody>
      </p:sp>
      <p:sp>
        <p:nvSpPr>
          <p:cNvPr id="9" name="Rectangle 8"/>
          <p:cNvSpPr/>
          <p:nvPr/>
        </p:nvSpPr>
        <p:spPr>
          <a:xfrm>
            <a:off x="1010005" y="4889260"/>
            <a:ext cx="2182905" cy="369332"/>
          </a:xfrm>
          <a:prstGeom prst="rect">
            <a:avLst/>
          </a:prstGeom>
          <a:noFill/>
        </p:spPr>
        <p:txBody>
          <a:bodyPr wrap="none" lIns="91440" tIns="45720" rIns="91440" bIns="45720">
            <a:spAutoFit/>
          </a:bodyPr>
          <a:lstStyle/>
          <a:p>
            <a:pPr algn="ctr"/>
            <a:r>
              <a:rPr lang="en-US" b="1" dirty="0">
                <a:solidFill>
                  <a:srgbClr val="042552"/>
                </a:solidFill>
              </a:rPr>
              <a:t>Presented by :            </a:t>
            </a:r>
            <a:endParaRPr lang="en-US" b="1" dirty="0">
              <a:ln w="0"/>
              <a:solidFill>
                <a:srgbClr val="042552"/>
              </a:solidFill>
              <a:effectLst>
                <a:outerShdw blurRad="38100" dist="19050" dir="2700000" algn="tl" rotWithShape="0">
                  <a:schemeClr val="dk1">
                    <a:alpha val="40000"/>
                  </a:schemeClr>
                </a:outerShdw>
              </a:effectLst>
            </a:endParaRPr>
          </a:p>
        </p:txBody>
      </p:sp>
      <p:sp>
        <p:nvSpPr>
          <p:cNvPr id="21" name="Rectangle 20"/>
          <p:cNvSpPr/>
          <p:nvPr/>
        </p:nvSpPr>
        <p:spPr>
          <a:xfrm>
            <a:off x="1533285" y="5282824"/>
            <a:ext cx="3455137" cy="464871"/>
          </a:xfrm>
          <a:prstGeom prst="rect">
            <a:avLst/>
          </a:prstGeom>
          <a:noFill/>
        </p:spPr>
        <p:txBody>
          <a:bodyPr wrap="square" lIns="91440" tIns="45720" rIns="91440" bIns="45720">
            <a:spAutoFit/>
          </a:bodyPr>
          <a:lstStyle/>
          <a:p>
            <a:pPr marL="285728" indent="-285728">
              <a:lnSpc>
                <a:spcPct val="150000"/>
              </a:lnSpc>
              <a:buFont typeface="Arial" panose="020B0604020202020204" pitchFamily="34" charset="0"/>
              <a:buChar char="•"/>
            </a:pPr>
            <a:r>
              <a:rPr lang="en-US" b="1" dirty="0" err="1">
                <a:solidFill>
                  <a:srgbClr val="042552"/>
                </a:solidFill>
              </a:rPr>
              <a:t>Anass</a:t>
            </a:r>
            <a:r>
              <a:rPr lang="en-US" b="1" dirty="0">
                <a:solidFill>
                  <a:srgbClr val="042552"/>
                </a:solidFill>
              </a:rPr>
              <a:t> ALLABOUCH</a:t>
            </a:r>
          </a:p>
        </p:txBody>
      </p:sp>
      <p:sp>
        <p:nvSpPr>
          <p:cNvPr id="14" name="Rectangle 13"/>
          <p:cNvSpPr/>
          <p:nvPr/>
        </p:nvSpPr>
        <p:spPr>
          <a:xfrm>
            <a:off x="7348935" y="4788796"/>
            <a:ext cx="2271007" cy="369332"/>
          </a:xfrm>
          <a:prstGeom prst="rect">
            <a:avLst/>
          </a:prstGeom>
          <a:noFill/>
        </p:spPr>
        <p:txBody>
          <a:bodyPr wrap="none" lIns="91440" tIns="45720" rIns="91440" bIns="45720">
            <a:spAutoFit/>
          </a:bodyPr>
          <a:lstStyle/>
          <a:p>
            <a:pPr algn="ctr"/>
            <a:r>
              <a:rPr lang="en-US" b="1" dirty="0">
                <a:solidFill>
                  <a:srgbClr val="042552"/>
                </a:solidFill>
              </a:rPr>
              <a:t>Supervised by :            </a:t>
            </a:r>
            <a:endParaRPr lang="en-US" b="1" dirty="0">
              <a:ln w="0"/>
              <a:solidFill>
                <a:srgbClr val="042552"/>
              </a:solidFill>
              <a:effectLst>
                <a:outerShdw blurRad="38100" dist="19050" dir="2700000" algn="tl" rotWithShape="0">
                  <a:schemeClr val="dk1">
                    <a:alpha val="40000"/>
                  </a:schemeClr>
                </a:outerShdw>
              </a:effectLst>
            </a:endParaRPr>
          </a:p>
        </p:txBody>
      </p:sp>
      <p:sp>
        <p:nvSpPr>
          <p:cNvPr id="15" name="Rectangle 14"/>
          <p:cNvSpPr/>
          <p:nvPr/>
        </p:nvSpPr>
        <p:spPr>
          <a:xfrm>
            <a:off x="7867891" y="5220256"/>
            <a:ext cx="3455137" cy="462627"/>
          </a:xfrm>
          <a:prstGeom prst="rect">
            <a:avLst/>
          </a:prstGeom>
          <a:noFill/>
        </p:spPr>
        <p:txBody>
          <a:bodyPr wrap="square" lIns="91440" tIns="45720" rIns="91440" bIns="45720">
            <a:spAutoFit/>
          </a:bodyPr>
          <a:lstStyle/>
          <a:p>
            <a:pPr marL="285728" indent="-285728">
              <a:lnSpc>
                <a:spcPct val="150000"/>
              </a:lnSpc>
              <a:buFont typeface="Arial" panose="020B0604020202020204" pitchFamily="34" charset="0"/>
              <a:buChar char="•"/>
            </a:pPr>
            <a:r>
              <a:rPr lang="en-US" b="1" dirty="0" err="1">
                <a:solidFill>
                  <a:srgbClr val="042552"/>
                </a:solidFill>
              </a:rPr>
              <a:t>Mr.</a:t>
            </a:r>
            <a:r>
              <a:rPr lang="en-US" altLang="fr-CA" b="1" dirty="0" err="1">
                <a:solidFill>
                  <a:srgbClr val="042552"/>
                </a:solidFill>
              </a:rPr>
              <a:t>Youssef</a:t>
            </a:r>
            <a:r>
              <a:rPr lang="en-US" altLang="fr-CA" b="1" dirty="0">
                <a:solidFill>
                  <a:srgbClr val="042552"/>
                </a:solidFill>
              </a:rPr>
              <a:t> EL HABOUZ</a:t>
            </a:r>
            <a:endParaRPr lang="en-US" b="1" dirty="0">
              <a:solidFill>
                <a:srgbClr val="042552"/>
              </a:solidFill>
            </a:endParaRPr>
          </a:p>
        </p:txBody>
      </p:sp>
      <p:sp>
        <p:nvSpPr>
          <p:cNvPr id="7" name="Slide Number Placeholder 6"/>
          <p:cNvSpPr>
            <a:spLocks noGrp="1"/>
          </p:cNvSpPr>
          <p:nvPr>
            <p:ph type="sldNum" sz="quarter" idx="12"/>
          </p:nvPr>
        </p:nvSpPr>
        <p:spPr/>
        <p:txBody>
          <a:bodyPr/>
          <a:lstStyle/>
          <a:p>
            <a:fld id="{02383E7E-9DFE-4A1E-AEC2-D2E19E891C2C}" type="slidenum">
              <a:rPr lang="en-US" smtClean="0"/>
              <a:t>1</a:t>
            </a:fld>
            <a:endParaRPr lang="en-US" dirty="0"/>
          </a:p>
        </p:txBody>
      </p:sp>
      <p:sp>
        <p:nvSpPr>
          <p:cNvPr id="22" name="ZoneTexte 21">
            <a:extLst>
              <a:ext uri="{FF2B5EF4-FFF2-40B4-BE49-F238E27FC236}">
                <a16:creationId xmlns:a16="http://schemas.microsoft.com/office/drawing/2014/main" id="{D66D2CF5-5FA1-4D7D-9793-236890C50564}"/>
              </a:ext>
            </a:extLst>
          </p:cNvPr>
          <p:cNvSpPr txBox="1"/>
          <p:nvPr/>
        </p:nvSpPr>
        <p:spPr>
          <a:xfrm>
            <a:off x="3993954" y="6434459"/>
            <a:ext cx="3455137" cy="369332"/>
          </a:xfrm>
          <a:prstGeom prst="rect">
            <a:avLst/>
          </a:prstGeom>
          <a:noFill/>
        </p:spPr>
        <p:txBody>
          <a:bodyPr wrap="square">
            <a:spAutoFit/>
          </a:bodyPr>
          <a:lstStyle/>
          <a:p>
            <a:r>
              <a:rPr lang="fr-FR" sz="1600" dirty="0">
                <a:solidFill>
                  <a:srgbClr val="001F5F"/>
                </a:solidFill>
                <a:effectLst/>
                <a:latin typeface="Calibri" panose="020F0502020204030204" pitchFamily="34" charset="0"/>
                <a:ea typeface="Tahoma" panose="020B0604030504040204" pitchFamily="34" charset="0"/>
                <a:cs typeface="Calibri" panose="020F0502020204030204" pitchFamily="34" charset="0"/>
              </a:rPr>
              <a:t> </a:t>
            </a:r>
            <a:r>
              <a:rPr lang="fr-FR" sz="1800" b="1" dirty="0">
                <a:solidFill>
                  <a:srgbClr val="002060"/>
                </a:solidFill>
                <a:effectLst/>
                <a:latin typeface="Calibri" panose="020F0502020204030204" pitchFamily="34" charset="0"/>
                <a:ea typeface="Calibri" panose="020F0502020204030204" pitchFamily="34" charset="0"/>
              </a:rPr>
              <a:t>Année</a:t>
            </a:r>
            <a:r>
              <a:rPr lang="fr-FR" sz="1800" b="1" dirty="0">
                <a:effectLst/>
                <a:latin typeface="Calibri" panose="020F0502020204030204" pitchFamily="34" charset="0"/>
                <a:ea typeface="Calibri" panose="020F0502020204030204" pitchFamily="34" charset="0"/>
              </a:rPr>
              <a:t> </a:t>
            </a:r>
            <a:r>
              <a:rPr lang="fr-FR" sz="1800" b="1" dirty="0">
                <a:solidFill>
                  <a:srgbClr val="002060"/>
                </a:solidFill>
                <a:effectLst/>
                <a:latin typeface="Calibri" panose="020F0502020204030204" pitchFamily="34" charset="0"/>
                <a:ea typeface="Calibri" panose="020F0502020204030204" pitchFamily="34" charset="0"/>
              </a:rPr>
              <a:t>Universitaire : 2025/2026</a:t>
            </a:r>
            <a:endParaRPr lang="en-US" dirty="0">
              <a:solidFill>
                <a:srgbClr val="002060"/>
              </a:solidFill>
            </a:endParaRPr>
          </a:p>
        </p:txBody>
      </p:sp>
      <p:sp>
        <p:nvSpPr>
          <p:cNvPr id="31" name="Freeform: Shape 7">
            <a:extLst>
              <a:ext uri="{FF2B5EF4-FFF2-40B4-BE49-F238E27FC236}">
                <a16:creationId xmlns:a16="http://schemas.microsoft.com/office/drawing/2014/main" id="{6E56A9C9-B03F-4284-B14E-4CDD0741CA12}"/>
              </a:ext>
            </a:extLst>
          </p:cNvPr>
          <p:cNvSpPr/>
          <p:nvPr/>
        </p:nvSpPr>
        <p:spPr>
          <a:xfrm>
            <a:off x="25491727" y="3806217"/>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rgbClr val="FFC947"/>
          </a:solidFill>
          <a:ln w="9525" cap="flat">
            <a:noFill/>
            <a:prstDash val="solid"/>
            <a:miter/>
          </a:ln>
        </p:spPr>
        <p:txBody>
          <a:bodyPr rtlCol="0" anchor="ctr"/>
          <a:lstStyle/>
          <a:p>
            <a:endParaRPr lang="en-US" sz="3598"/>
          </a:p>
        </p:txBody>
      </p:sp>
      <p:sp>
        <p:nvSpPr>
          <p:cNvPr id="32" name="Freeform: Shape 9">
            <a:extLst>
              <a:ext uri="{FF2B5EF4-FFF2-40B4-BE49-F238E27FC236}">
                <a16:creationId xmlns:a16="http://schemas.microsoft.com/office/drawing/2014/main" id="{75BF4BB2-0779-460B-9782-A48FBD865423}"/>
              </a:ext>
            </a:extLst>
          </p:cNvPr>
          <p:cNvSpPr/>
          <p:nvPr/>
        </p:nvSpPr>
        <p:spPr>
          <a:xfrm>
            <a:off x="20020567" y="2630817"/>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rgbClr val="FFC947"/>
          </a:solidFill>
          <a:ln w="9525" cap="flat">
            <a:noFill/>
            <a:prstDash val="solid"/>
            <a:miter/>
          </a:ln>
        </p:spPr>
        <p:txBody>
          <a:bodyPr rtlCol="0" anchor="ctr"/>
          <a:lstStyle/>
          <a:p>
            <a:endParaRPr lang="en-US" sz="3598"/>
          </a:p>
        </p:txBody>
      </p:sp>
      <p:sp>
        <p:nvSpPr>
          <p:cNvPr id="33" name="Freeform: Shape 10">
            <a:extLst>
              <a:ext uri="{FF2B5EF4-FFF2-40B4-BE49-F238E27FC236}">
                <a16:creationId xmlns:a16="http://schemas.microsoft.com/office/drawing/2014/main" id="{444AD279-8B83-470D-8ACF-907875CBB07E}"/>
              </a:ext>
            </a:extLst>
          </p:cNvPr>
          <p:cNvSpPr/>
          <p:nvPr/>
        </p:nvSpPr>
        <p:spPr>
          <a:xfrm>
            <a:off x="14119874" y="1560086"/>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rgbClr val="FFC947"/>
          </a:solidFill>
          <a:ln w="9525" cap="flat">
            <a:noFill/>
            <a:prstDash val="solid"/>
            <a:miter/>
          </a:ln>
        </p:spPr>
        <p:txBody>
          <a:bodyPr rtlCol="0" anchor="ctr"/>
          <a:lstStyle/>
          <a:p>
            <a:endParaRPr lang="en-US" sz="3598"/>
          </a:p>
        </p:txBody>
      </p:sp>
      <p:sp>
        <p:nvSpPr>
          <p:cNvPr id="34" name="TextBox 20">
            <a:extLst>
              <a:ext uri="{FF2B5EF4-FFF2-40B4-BE49-F238E27FC236}">
                <a16:creationId xmlns:a16="http://schemas.microsoft.com/office/drawing/2014/main" id="{B1E6414F-2876-49FE-9C7B-D1093B284C1E}"/>
              </a:ext>
            </a:extLst>
          </p:cNvPr>
          <p:cNvSpPr txBox="1"/>
          <p:nvPr/>
        </p:nvSpPr>
        <p:spPr>
          <a:xfrm>
            <a:off x="13353510" y="1431890"/>
            <a:ext cx="641823" cy="523092"/>
          </a:xfrm>
          <a:prstGeom prst="rect">
            <a:avLst/>
          </a:prstGeom>
          <a:noFill/>
        </p:spPr>
        <p:txBody>
          <a:bodyPr wrap="square" rtlCol="0">
            <a:spAutoFit/>
          </a:bodyPr>
          <a:lstStyle/>
          <a:p>
            <a:pPr algn="ctr"/>
            <a:r>
              <a:rPr lang="en-US" sz="2799" b="1" dirty="0">
                <a:solidFill>
                  <a:srgbClr val="042552"/>
                </a:solidFill>
              </a:rPr>
              <a:t>01</a:t>
            </a:r>
          </a:p>
        </p:txBody>
      </p:sp>
      <p:sp>
        <p:nvSpPr>
          <p:cNvPr id="35" name="TextBox 22">
            <a:extLst>
              <a:ext uri="{FF2B5EF4-FFF2-40B4-BE49-F238E27FC236}">
                <a16:creationId xmlns:a16="http://schemas.microsoft.com/office/drawing/2014/main" id="{5E2D0780-632E-418D-B96D-970482341EEA}"/>
              </a:ext>
            </a:extLst>
          </p:cNvPr>
          <p:cNvSpPr txBox="1"/>
          <p:nvPr/>
        </p:nvSpPr>
        <p:spPr>
          <a:xfrm>
            <a:off x="19251529" y="2493096"/>
            <a:ext cx="641823" cy="523092"/>
          </a:xfrm>
          <a:prstGeom prst="rect">
            <a:avLst/>
          </a:prstGeom>
          <a:noFill/>
        </p:spPr>
        <p:txBody>
          <a:bodyPr wrap="square" rtlCol="0">
            <a:spAutoFit/>
          </a:bodyPr>
          <a:lstStyle/>
          <a:p>
            <a:pPr algn="ctr"/>
            <a:r>
              <a:rPr lang="en-US" sz="2799" b="1" dirty="0">
                <a:solidFill>
                  <a:srgbClr val="042552"/>
                </a:solidFill>
              </a:rPr>
              <a:t>02</a:t>
            </a:r>
          </a:p>
        </p:txBody>
      </p:sp>
      <p:sp>
        <p:nvSpPr>
          <p:cNvPr id="36" name="TextBox 23">
            <a:extLst>
              <a:ext uri="{FF2B5EF4-FFF2-40B4-BE49-F238E27FC236}">
                <a16:creationId xmlns:a16="http://schemas.microsoft.com/office/drawing/2014/main" id="{37F682A9-CA24-4B69-9820-70B585C6BC94}"/>
              </a:ext>
            </a:extLst>
          </p:cNvPr>
          <p:cNvSpPr txBox="1"/>
          <p:nvPr/>
        </p:nvSpPr>
        <p:spPr>
          <a:xfrm>
            <a:off x="14442149" y="1505831"/>
            <a:ext cx="3970449" cy="430887"/>
          </a:xfrm>
          <a:prstGeom prst="rect">
            <a:avLst/>
          </a:prstGeom>
          <a:noFill/>
        </p:spPr>
        <p:txBody>
          <a:bodyPr wrap="square" rtlCol="0">
            <a:spAutoFit/>
          </a:bodyPr>
          <a:lstStyle/>
          <a:p>
            <a:pPr>
              <a:spcBef>
                <a:spcPts val="1800"/>
              </a:spcBef>
              <a:spcAft>
                <a:spcPts val="1800"/>
              </a:spcAft>
            </a:pPr>
            <a:r>
              <a:rPr lang="fr-FR" sz="2200" b="1" dirty="0">
                <a:solidFill>
                  <a:srgbClr val="042552"/>
                </a:solidFill>
              </a:rPr>
              <a:t>Contexte générale du projet</a:t>
            </a:r>
          </a:p>
        </p:txBody>
      </p:sp>
      <p:sp>
        <p:nvSpPr>
          <p:cNvPr id="37" name="TextBox 26">
            <a:extLst>
              <a:ext uri="{FF2B5EF4-FFF2-40B4-BE49-F238E27FC236}">
                <a16:creationId xmlns:a16="http://schemas.microsoft.com/office/drawing/2014/main" id="{B210B3DB-1425-45DF-8A69-154D688DE22C}"/>
              </a:ext>
            </a:extLst>
          </p:cNvPr>
          <p:cNvSpPr txBox="1"/>
          <p:nvPr/>
        </p:nvSpPr>
        <p:spPr>
          <a:xfrm>
            <a:off x="24718219" y="3656223"/>
            <a:ext cx="641823" cy="523092"/>
          </a:xfrm>
          <a:prstGeom prst="rect">
            <a:avLst/>
          </a:prstGeom>
          <a:noFill/>
        </p:spPr>
        <p:txBody>
          <a:bodyPr wrap="square" rtlCol="0">
            <a:spAutoFit/>
          </a:bodyPr>
          <a:lstStyle/>
          <a:p>
            <a:pPr algn="ctr"/>
            <a:r>
              <a:rPr lang="en-US" sz="2799" b="1" dirty="0">
                <a:solidFill>
                  <a:srgbClr val="042552"/>
                </a:solidFill>
              </a:rPr>
              <a:t>03</a:t>
            </a:r>
          </a:p>
        </p:txBody>
      </p:sp>
      <p:sp>
        <p:nvSpPr>
          <p:cNvPr id="38" name="TextBox 27">
            <a:extLst>
              <a:ext uri="{FF2B5EF4-FFF2-40B4-BE49-F238E27FC236}">
                <a16:creationId xmlns:a16="http://schemas.microsoft.com/office/drawing/2014/main" id="{A16FE208-2C2F-4CBD-B4AB-C6BF7500526C}"/>
              </a:ext>
            </a:extLst>
          </p:cNvPr>
          <p:cNvSpPr txBox="1"/>
          <p:nvPr/>
        </p:nvSpPr>
        <p:spPr>
          <a:xfrm>
            <a:off x="20300080" y="2557430"/>
            <a:ext cx="4160949" cy="430887"/>
          </a:xfrm>
          <a:prstGeom prst="rect">
            <a:avLst/>
          </a:prstGeom>
          <a:noFill/>
        </p:spPr>
        <p:txBody>
          <a:bodyPr wrap="square" rtlCol="0">
            <a:spAutoFit/>
          </a:bodyPr>
          <a:lstStyle/>
          <a:p>
            <a:r>
              <a:rPr lang="fr-FR" sz="2200" dirty="0"/>
              <a:t> </a:t>
            </a:r>
            <a:r>
              <a:rPr lang="fr-FR" sz="2200" b="1" dirty="0">
                <a:solidFill>
                  <a:srgbClr val="002060"/>
                </a:solidFill>
              </a:rPr>
              <a:t>Analyse et conception</a:t>
            </a:r>
          </a:p>
        </p:txBody>
      </p:sp>
      <p:sp>
        <p:nvSpPr>
          <p:cNvPr id="39" name="TextBox 31">
            <a:extLst>
              <a:ext uri="{FF2B5EF4-FFF2-40B4-BE49-F238E27FC236}">
                <a16:creationId xmlns:a16="http://schemas.microsoft.com/office/drawing/2014/main" id="{FB080502-9457-46EF-9315-40D914E876C8}"/>
              </a:ext>
            </a:extLst>
          </p:cNvPr>
          <p:cNvSpPr txBox="1"/>
          <p:nvPr/>
        </p:nvSpPr>
        <p:spPr>
          <a:xfrm>
            <a:off x="30493392" y="4827657"/>
            <a:ext cx="3740809" cy="430887"/>
          </a:xfrm>
          <a:prstGeom prst="rect">
            <a:avLst/>
          </a:prstGeom>
          <a:noFill/>
        </p:spPr>
        <p:txBody>
          <a:bodyPr wrap="square" rtlCol="0">
            <a:spAutoFit/>
          </a:bodyPr>
          <a:lstStyle/>
          <a:p>
            <a:r>
              <a:rPr lang="en-US" sz="2200" b="1" dirty="0">
                <a:solidFill>
                  <a:srgbClr val="042552"/>
                </a:solidFill>
              </a:rPr>
              <a:t>Conclusion </a:t>
            </a:r>
          </a:p>
        </p:txBody>
      </p:sp>
      <p:sp>
        <p:nvSpPr>
          <p:cNvPr id="40" name="TextBox 27">
            <a:extLst>
              <a:ext uri="{FF2B5EF4-FFF2-40B4-BE49-F238E27FC236}">
                <a16:creationId xmlns:a16="http://schemas.microsoft.com/office/drawing/2014/main" id="{EDCE0280-36F2-45E9-B2F3-FBC636394891}"/>
              </a:ext>
            </a:extLst>
          </p:cNvPr>
          <p:cNvSpPr txBox="1"/>
          <p:nvPr/>
        </p:nvSpPr>
        <p:spPr>
          <a:xfrm>
            <a:off x="25793323" y="3681311"/>
            <a:ext cx="4160949" cy="430887"/>
          </a:xfrm>
          <a:prstGeom prst="rect">
            <a:avLst/>
          </a:prstGeom>
          <a:noFill/>
        </p:spPr>
        <p:txBody>
          <a:bodyPr wrap="square" rtlCol="0">
            <a:spAutoFit/>
          </a:bodyPr>
          <a:lstStyle/>
          <a:p>
            <a:r>
              <a:rPr lang="fr-FR" sz="2200" dirty="0">
                <a:ea typeface="Calibri" panose="020F0502020204030204" pitchFamily="34" charset="0"/>
              </a:rPr>
              <a:t> </a:t>
            </a:r>
            <a:r>
              <a:rPr lang="fr-FR" sz="2200" b="1" dirty="0">
                <a:solidFill>
                  <a:srgbClr val="002060"/>
                </a:solidFill>
              </a:rPr>
              <a:t>Realisation</a:t>
            </a:r>
            <a:endParaRPr lang="en-US" sz="2200" b="1" dirty="0">
              <a:solidFill>
                <a:srgbClr val="002060"/>
              </a:solidFill>
            </a:endParaRPr>
          </a:p>
        </p:txBody>
      </p:sp>
      <p:sp>
        <p:nvSpPr>
          <p:cNvPr id="41" name="TextBox 26">
            <a:extLst>
              <a:ext uri="{FF2B5EF4-FFF2-40B4-BE49-F238E27FC236}">
                <a16:creationId xmlns:a16="http://schemas.microsoft.com/office/drawing/2014/main" id="{4EA1475A-4C18-4660-A72F-BE49E37A6948}"/>
              </a:ext>
            </a:extLst>
          </p:cNvPr>
          <p:cNvSpPr txBox="1"/>
          <p:nvPr/>
        </p:nvSpPr>
        <p:spPr>
          <a:xfrm>
            <a:off x="29322628" y="4792675"/>
            <a:ext cx="641823" cy="523092"/>
          </a:xfrm>
          <a:prstGeom prst="rect">
            <a:avLst/>
          </a:prstGeom>
          <a:noFill/>
        </p:spPr>
        <p:txBody>
          <a:bodyPr wrap="square" rtlCol="0">
            <a:spAutoFit/>
          </a:bodyPr>
          <a:lstStyle/>
          <a:p>
            <a:pPr algn="ctr"/>
            <a:r>
              <a:rPr lang="en-US" sz="2799" b="1" dirty="0">
                <a:solidFill>
                  <a:srgbClr val="042552"/>
                </a:solidFill>
              </a:rPr>
              <a:t>04</a:t>
            </a:r>
          </a:p>
        </p:txBody>
      </p:sp>
      <p:sp>
        <p:nvSpPr>
          <p:cNvPr id="42" name="Freeform: Shape 7">
            <a:extLst>
              <a:ext uri="{FF2B5EF4-FFF2-40B4-BE49-F238E27FC236}">
                <a16:creationId xmlns:a16="http://schemas.microsoft.com/office/drawing/2014/main" id="{41A72963-8FE7-4D05-9669-6B43AB6B753B}"/>
              </a:ext>
            </a:extLst>
          </p:cNvPr>
          <p:cNvSpPr/>
          <p:nvPr/>
        </p:nvSpPr>
        <p:spPr>
          <a:xfrm>
            <a:off x="30119286" y="4942669"/>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rgbClr val="FFC947"/>
          </a:solidFill>
          <a:ln w="9525" cap="flat">
            <a:noFill/>
            <a:prstDash val="solid"/>
            <a:miter/>
          </a:ln>
        </p:spPr>
        <p:txBody>
          <a:bodyPr rtlCol="0" anchor="ctr"/>
          <a:lstStyle/>
          <a:p>
            <a:endParaRPr lang="en-US" sz="3598"/>
          </a:p>
        </p:txBody>
      </p:sp>
      <p:sp>
        <p:nvSpPr>
          <p:cNvPr id="43" name="Freeform: Shape 5">
            <a:extLst>
              <a:ext uri="{FF2B5EF4-FFF2-40B4-BE49-F238E27FC236}">
                <a16:creationId xmlns:a16="http://schemas.microsoft.com/office/drawing/2014/main" id="{E7686F79-A530-4142-AAE3-6081FF998EC2}"/>
              </a:ext>
            </a:extLst>
          </p:cNvPr>
          <p:cNvSpPr/>
          <p:nvPr/>
        </p:nvSpPr>
        <p:spPr>
          <a:xfrm>
            <a:off x="6357842" y="-7740015"/>
            <a:ext cx="57150" cy="6915150"/>
          </a:xfrm>
          <a:custGeom>
            <a:avLst/>
            <a:gdLst>
              <a:gd name="connsiteX0" fmla="*/ 28575 w 57150"/>
              <a:gd name="connsiteY0" fmla="*/ 28575 h 6915150"/>
              <a:gd name="connsiteX1" fmla="*/ 28575 w 57150"/>
              <a:gd name="connsiteY1" fmla="*/ 6886575 h 6915150"/>
            </a:gdLst>
            <a:ahLst/>
            <a:cxnLst>
              <a:cxn ang="0">
                <a:pos x="connsiteX0" y="connsiteY0"/>
              </a:cxn>
              <a:cxn ang="0">
                <a:pos x="connsiteX1" y="connsiteY1"/>
              </a:cxn>
            </a:cxnLst>
            <a:rect l="l" t="t" r="r" b="b"/>
            <a:pathLst>
              <a:path w="57150" h="6915150">
                <a:moveTo>
                  <a:pt x="28575" y="28575"/>
                </a:moveTo>
                <a:lnTo>
                  <a:pt x="28575" y="6886575"/>
                </a:lnTo>
              </a:path>
            </a:pathLst>
          </a:custGeom>
          <a:ln w="38100" cap="flat">
            <a:solidFill>
              <a:srgbClr val="042552"/>
            </a:solidFill>
            <a:prstDash val="solid"/>
            <a:miter/>
          </a:ln>
        </p:spPr>
        <p:txBody>
          <a:bodyPr rtlCol="0" anchor="ctr"/>
          <a:lstStyle/>
          <a:p>
            <a:endParaRPr lang="en-US" sz="3598"/>
          </a:p>
        </p:txBody>
      </p:sp>
      <p:sp>
        <p:nvSpPr>
          <p:cNvPr id="44" name="Freeform: Shape 6">
            <a:extLst>
              <a:ext uri="{FF2B5EF4-FFF2-40B4-BE49-F238E27FC236}">
                <a16:creationId xmlns:a16="http://schemas.microsoft.com/office/drawing/2014/main" id="{A803E39B-4535-4788-A8A3-4DAAD5984467}"/>
              </a:ext>
            </a:extLst>
          </p:cNvPr>
          <p:cNvSpPr/>
          <p:nvPr/>
        </p:nvSpPr>
        <p:spPr>
          <a:xfrm>
            <a:off x="-4533424" y="-7144"/>
            <a:ext cx="3646271" cy="6867525"/>
          </a:xfrm>
          <a:custGeom>
            <a:avLst/>
            <a:gdLst>
              <a:gd name="connsiteX0" fmla="*/ 7144 w 4124325"/>
              <a:gd name="connsiteY0" fmla="*/ 7144 h 6867525"/>
              <a:gd name="connsiteX1" fmla="*/ 4122515 w 4124325"/>
              <a:gd name="connsiteY1" fmla="*/ 7144 h 6867525"/>
              <a:gd name="connsiteX2" fmla="*/ 4122515 w 4124325"/>
              <a:gd name="connsiteY2" fmla="*/ 6865144 h 6867525"/>
              <a:gd name="connsiteX3" fmla="*/ 7144 w 4124325"/>
              <a:gd name="connsiteY3" fmla="*/ 6865144 h 6867525"/>
            </a:gdLst>
            <a:ahLst/>
            <a:cxnLst>
              <a:cxn ang="0">
                <a:pos x="connsiteX0" y="connsiteY0"/>
              </a:cxn>
              <a:cxn ang="0">
                <a:pos x="connsiteX1" y="connsiteY1"/>
              </a:cxn>
              <a:cxn ang="0">
                <a:pos x="connsiteX2" y="connsiteY2"/>
              </a:cxn>
              <a:cxn ang="0">
                <a:pos x="connsiteX3" y="connsiteY3"/>
              </a:cxn>
            </a:cxnLst>
            <a:rect l="l" t="t" r="r" b="b"/>
            <a:pathLst>
              <a:path w="4124325" h="6867525">
                <a:moveTo>
                  <a:pt x="7144" y="7144"/>
                </a:moveTo>
                <a:lnTo>
                  <a:pt x="4122515" y="7144"/>
                </a:lnTo>
                <a:lnTo>
                  <a:pt x="4122515" y="6865144"/>
                </a:lnTo>
                <a:lnTo>
                  <a:pt x="7144" y="6865144"/>
                </a:lnTo>
                <a:close/>
              </a:path>
            </a:pathLst>
          </a:custGeom>
          <a:solidFill>
            <a:srgbClr val="042552"/>
          </a:solidFill>
          <a:ln w="9525" cap="flat">
            <a:noFill/>
            <a:prstDash val="solid"/>
            <a:miter/>
          </a:ln>
        </p:spPr>
        <p:txBody>
          <a:bodyPr rtlCol="0" anchor="ctr"/>
          <a:lstStyle/>
          <a:p>
            <a:endParaRPr lang="en-US" sz="3598"/>
          </a:p>
        </p:txBody>
      </p:sp>
      <p:sp>
        <p:nvSpPr>
          <p:cNvPr id="45" name="TextBox 28">
            <a:extLst>
              <a:ext uri="{FF2B5EF4-FFF2-40B4-BE49-F238E27FC236}">
                <a16:creationId xmlns:a16="http://schemas.microsoft.com/office/drawing/2014/main" id="{8773E9CE-50C0-4E74-8DBD-1B7BDF6C9F87}"/>
              </a:ext>
            </a:extLst>
          </p:cNvPr>
          <p:cNvSpPr txBox="1"/>
          <p:nvPr/>
        </p:nvSpPr>
        <p:spPr>
          <a:xfrm>
            <a:off x="-3653817" y="2917449"/>
            <a:ext cx="1887055" cy="707886"/>
          </a:xfrm>
          <a:prstGeom prst="rect">
            <a:avLst/>
          </a:prstGeom>
          <a:noFill/>
        </p:spPr>
        <p:txBody>
          <a:bodyPr wrap="none" rtlCol="0">
            <a:spAutoFit/>
          </a:bodyPr>
          <a:lstStyle/>
          <a:p>
            <a:pPr algn="ctr"/>
            <a:r>
              <a:rPr lang="en-US" sz="4000" b="1" spc="600" dirty="0">
                <a:solidFill>
                  <a:schemeClr val="bg1"/>
                </a:solidFill>
                <a:latin typeface="+mj-lt"/>
              </a:rPr>
              <a:t>PLAN</a:t>
            </a:r>
          </a:p>
        </p:txBody>
      </p:sp>
      <p:sp>
        <p:nvSpPr>
          <p:cNvPr id="46" name="Rectangle 45">
            <a:extLst>
              <a:ext uri="{FF2B5EF4-FFF2-40B4-BE49-F238E27FC236}">
                <a16:creationId xmlns:a16="http://schemas.microsoft.com/office/drawing/2014/main" id="{3E19F604-DAF1-4C36-83A6-E36005D23211}"/>
              </a:ext>
            </a:extLst>
          </p:cNvPr>
          <p:cNvSpPr/>
          <p:nvPr/>
        </p:nvSpPr>
        <p:spPr>
          <a:xfrm>
            <a:off x="4338208" y="4156614"/>
            <a:ext cx="2226635" cy="369332"/>
          </a:xfrm>
          <a:prstGeom prst="rect">
            <a:avLst/>
          </a:prstGeom>
          <a:noFill/>
        </p:spPr>
        <p:txBody>
          <a:bodyPr wrap="none" lIns="91440" tIns="45720" rIns="91440" bIns="45720">
            <a:spAutoFit/>
          </a:bodyPr>
          <a:lstStyle/>
          <a:p>
            <a:r>
              <a:rPr lang="en-US" b="1" dirty="0">
                <a:solidFill>
                  <a:schemeClr val="accent2">
                    <a:lumMod val="50000"/>
                  </a:schemeClr>
                </a:solidFill>
              </a:rPr>
              <a:t>Software Engineering</a:t>
            </a:r>
          </a:p>
        </p:txBody>
      </p:sp>
      <p:pic>
        <p:nvPicPr>
          <p:cNvPr id="48" name="Image 47" descr="Centre d'Excellence IT FSA (@tamyouz.fsa) • Instagram photos and videos">
            <a:extLst>
              <a:ext uri="{FF2B5EF4-FFF2-40B4-BE49-F238E27FC236}">
                <a16:creationId xmlns:a16="http://schemas.microsoft.com/office/drawing/2014/main" id="{D74D4935-125E-4476-9FF1-3A79B0355C1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10228" y="168752"/>
            <a:ext cx="1523131" cy="1455377"/>
          </a:xfrm>
          <a:prstGeom prst="rect">
            <a:avLst/>
          </a:prstGeom>
          <a:noFill/>
          <a:ln>
            <a:noFill/>
          </a:ln>
        </p:spPr>
      </p:pic>
      <p:pic>
        <p:nvPicPr>
          <p:cNvPr id="49" name="Picture 2" descr="Université Ibn Zohr — Wikipédia">
            <a:extLst>
              <a:ext uri="{FF2B5EF4-FFF2-40B4-BE49-F238E27FC236}">
                <a16:creationId xmlns:a16="http://schemas.microsoft.com/office/drawing/2014/main" id="{4CA52AB8-EDAF-4499-9E31-B777E27F45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677" y="-21393"/>
            <a:ext cx="3670095" cy="1954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7776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1+#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350"/>
                                  </p:stCondLst>
                                  <p:childTnLst>
                                    <p:set>
                                      <p:cBhvr>
                                        <p:cTn id="10" dur="1" fill="hold">
                                          <p:stCondLst>
                                            <p:cond delay="0"/>
                                          </p:stCondLst>
                                        </p:cTn>
                                        <p:tgtEl>
                                          <p:spTgt spid="16">
                                            <p:txEl>
                                              <p:pRg st="0" end="0"/>
                                            </p:txEl>
                                          </p:spTgt>
                                        </p:tgtEl>
                                        <p:attrNameLst>
                                          <p:attrName>style.visibility</p:attrName>
                                        </p:attrNameLst>
                                      </p:cBhvr>
                                      <p:to>
                                        <p:strVal val="visible"/>
                                      </p:to>
                                    </p:set>
                                    <p:animEffect transition="in" filter="fade">
                                      <p:cBhvr>
                                        <p:cTn id="11" dur="750"/>
                                        <p:tgtEl>
                                          <p:spTgt spid="16">
                                            <p:txEl>
                                              <p:pRg st="0" end="0"/>
                                            </p:txEl>
                                          </p:spTgt>
                                        </p:tgtEl>
                                      </p:cBhvr>
                                    </p:animEffect>
                                  </p:childTnLst>
                                </p:cTn>
                              </p:par>
                              <p:par>
                                <p:cTn id="12" presetID="2" presetClass="entr" presetSubtype="4" fill="hold" grpId="0" nodeType="withEffect">
                                  <p:stCondLst>
                                    <p:cond delay="350"/>
                                  </p:stCondLst>
                                  <p:childTnLst>
                                    <p:set>
                                      <p:cBhvr>
                                        <p:cTn id="13" dur="1" fill="hold">
                                          <p:stCondLst>
                                            <p:cond delay="0"/>
                                          </p:stCondLst>
                                        </p:cTn>
                                        <p:tgtEl>
                                          <p:spTgt spid="21"/>
                                        </p:tgtEl>
                                        <p:attrNameLst>
                                          <p:attrName>style.visibility</p:attrName>
                                        </p:attrNameLst>
                                      </p:cBhvr>
                                      <p:to>
                                        <p:strVal val="visible"/>
                                      </p:to>
                                    </p:set>
                                    <p:anim calcmode="lin" valueType="num">
                                      <p:cBhvr additive="base">
                                        <p:cTn id="14" dur="500" fill="hold"/>
                                        <p:tgtEl>
                                          <p:spTgt spid="21"/>
                                        </p:tgtEl>
                                        <p:attrNameLst>
                                          <p:attrName>ppt_x</p:attrName>
                                        </p:attrNameLst>
                                      </p:cBhvr>
                                      <p:tavLst>
                                        <p:tav tm="0">
                                          <p:val>
                                            <p:strVal val="#ppt_x"/>
                                          </p:val>
                                        </p:tav>
                                        <p:tav tm="100000">
                                          <p:val>
                                            <p:strVal val="#ppt_x"/>
                                          </p:val>
                                        </p:tav>
                                      </p:tavLst>
                                    </p:anim>
                                    <p:anim calcmode="lin" valueType="num">
                                      <p:cBhvr additive="base">
                                        <p:cTn id="15" dur="500" fill="hold"/>
                                        <p:tgtEl>
                                          <p:spTgt spid="21"/>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35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46"/>
                                        </p:tgtEl>
                                        <p:attrNameLst>
                                          <p:attrName>style.visibility</p:attrName>
                                        </p:attrNameLst>
                                      </p:cBhvr>
                                      <p:to>
                                        <p:strVal val="visible"/>
                                      </p:to>
                                    </p:set>
                                    <p:anim calcmode="lin" valueType="num">
                                      <p:cBhvr additive="base">
                                        <p:cTn id="30" dur="500" fill="hold"/>
                                        <p:tgtEl>
                                          <p:spTgt spid="46"/>
                                        </p:tgtEl>
                                        <p:attrNameLst>
                                          <p:attrName>ppt_x</p:attrName>
                                        </p:attrNameLst>
                                      </p:cBhvr>
                                      <p:tavLst>
                                        <p:tav tm="0">
                                          <p:val>
                                            <p:strVal val="#ppt_x"/>
                                          </p:val>
                                        </p:tav>
                                        <p:tav tm="100000">
                                          <p:val>
                                            <p:strVal val="#ppt_x"/>
                                          </p:val>
                                        </p:tav>
                                      </p:tavLst>
                                    </p:anim>
                                    <p:anim calcmode="lin" valueType="num">
                                      <p:cBhvr additive="base">
                                        <p:cTn id="31"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6" grpId="0" build="allAtOnce"/>
      <p:bldP spid="9" grpId="0"/>
      <p:bldP spid="21" grpId="0"/>
      <p:bldP spid="14" grpId="0"/>
      <p:bldP spid="15" grpId="0"/>
      <p:bldP spid="4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B420FA5-C008-4695-ACFD-EC21AFBFEE9F}"/>
              </a:ext>
            </a:extLst>
          </p:cNvPr>
          <p:cNvSpPr/>
          <p:nvPr/>
        </p:nvSpPr>
        <p:spPr>
          <a:xfrm>
            <a:off x="6357842" y="-28575"/>
            <a:ext cx="57150" cy="6915150"/>
          </a:xfrm>
          <a:custGeom>
            <a:avLst/>
            <a:gdLst>
              <a:gd name="connsiteX0" fmla="*/ 28575 w 57150"/>
              <a:gd name="connsiteY0" fmla="*/ 28575 h 6915150"/>
              <a:gd name="connsiteX1" fmla="*/ 28575 w 57150"/>
              <a:gd name="connsiteY1" fmla="*/ 6886575 h 6915150"/>
            </a:gdLst>
            <a:ahLst/>
            <a:cxnLst>
              <a:cxn ang="0">
                <a:pos x="connsiteX0" y="connsiteY0"/>
              </a:cxn>
              <a:cxn ang="0">
                <a:pos x="connsiteX1" y="connsiteY1"/>
              </a:cxn>
            </a:cxnLst>
            <a:rect l="l" t="t" r="r" b="b"/>
            <a:pathLst>
              <a:path w="57150" h="6915150">
                <a:moveTo>
                  <a:pt x="28575" y="28575"/>
                </a:moveTo>
                <a:lnTo>
                  <a:pt x="28575" y="6886575"/>
                </a:lnTo>
              </a:path>
            </a:pathLst>
          </a:custGeom>
          <a:ln w="38100" cap="flat">
            <a:solidFill>
              <a:srgbClr val="042552"/>
            </a:solidFill>
            <a:prstDash val="solid"/>
            <a:miter/>
          </a:ln>
        </p:spPr>
        <p:txBody>
          <a:bodyPr rtlCol="0" anchor="ctr"/>
          <a:lstStyle/>
          <a:p>
            <a:endParaRPr lang="en-US" sz="3598"/>
          </a:p>
        </p:txBody>
      </p:sp>
      <p:sp>
        <p:nvSpPr>
          <p:cNvPr id="7" name="Freeform: Shape 6">
            <a:extLst>
              <a:ext uri="{FF2B5EF4-FFF2-40B4-BE49-F238E27FC236}">
                <a16:creationId xmlns:a16="http://schemas.microsoft.com/office/drawing/2014/main" id="{1B971D09-7218-4030-B36C-7A9C67C9C7EA}"/>
              </a:ext>
            </a:extLst>
          </p:cNvPr>
          <p:cNvSpPr/>
          <p:nvPr/>
        </p:nvSpPr>
        <p:spPr>
          <a:xfrm>
            <a:off x="-7144" y="-7144"/>
            <a:ext cx="3646271" cy="6867525"/>
          </a:xfrm>
          <a:custGeom>
            <a:avLst/>
            <a:gdLst>
              <a:gd name="connsiteX0" fmla="*/ 7144 w 4124325"/>
              <a:gd name="connsiteY0" fmla="*/ 7144 h 6867525"/>
              <a:gd name="connsiteX1" fmla="*/ 4122515 w 4124325"/>
              <a:gd name="connsiteY1" fmla="*/ 7144 h 6867525"/>
              <a:gd name="connsiteX2" fmla="*/ 4122515 w 4124325"/>
              <a:gd name="connsiteY2" fmla="*/ 6865144 h 6867525"/>
              <a:gd name="connsiteX3" fmla="*/ 7144 w 4124325"/>
              <a:gd name="connsiteY3" fmla="*/ 6865144 h 6867525"/>
            </a:gdLst>
            <a:ahLst/>
            <a:cxnLst>
              <a:cxn ang="0">
                <a:pos x="connsiteX0" y="connsiteY0"/>
              </a:cxn>
              <a:cxn ang="0">
                <a:pos x="connsiteX1" y="connsiteY1"/>
              </a:cxn>
              <a:cxn ang="0">
                <a:pos x="connsiteX2" y="connsiteY2"/>
              </a:cxn>
              <a:cxn ang="0">
                <a:pos x="connsiteX3" y="connsiteY3"/>
              </a:cxn>
            </a:cxnLst>
            <a:rect l="l" t="t" r="r" b="b"/>
            <a:pathLst>
              <a:path w="4124325" h="6867525">
                <a:moveTo>
                  <a:pt x="7144" y="7144"/>
                </a:moveTo>
                <a:lnTo>
                  <a:pt x="4122515" y="7144"/>
                </a:lnTo>
                <a:lnTo>
                  <a:pt x="4122515" y="6865144"/>
                </a:lnTo>
                <a:lnTo>
                  <a:pt x="7144" y="6865144"/>
                </a:lnTo>
                <a:close/>
              </a:path>
            </a:pathLst>
          </a:custGeom>
          <a:solidFill>
            <a:schemeClr val="accent2">
              <a:lumMod val="60000"/>
              <a:lumOff val="40000"/>
            </a:schemeClr>
          </a:solidFill>
          <a:ln w="9525" cap="flat">
            <a:noFill/>
            <a:prstDash val="solid"/>
            <a:miter/>
          </a:ln>
        </p:spPr>
        <p:txBody>
          <a:bodyPr rtlCol="0" anchor="ctr"/>
          <a:lstStyle/>
          <a:p>
            <a:endParaRPr lang="en-US" sz="3598">
              <a:solidFill>
                <a:schemeClr val="accent2">
                  <a:lumMod val="60000"/>
                  <a:lumOff val="40000"/>
                </a:schemeClr>
              </a:solidFill>
            </a:endParaRPr>
          </a:p>
        </p:txBody>
      </p:sp>
      <p:sp>
        <p:nvSpPr>
          <p:cNvPr id="8" name="Freeform: Shape 7">
            <a:extLst>
              <a:ext uri="{FF2B5EF4-FFF2-40B4-BE49-F238E27FC236}">
                <a16:creationId xmlns:a16="http://schemas.microsoft.com/office/drawing/2014/main" id="{83061952-A0A7-4A61-B09B-4C4B55EB0478}"/>
              </a:ext>
            </a:extLst>
          </p:cNvPr>
          <p:cNvSpPr/>
          <p:nvPr/>
        </p:nvSpPr>
        <p:spPr>
          <a:xfrm>
            <a:off x="6260020" y="3900001"/>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accent2">
              <a:lumMod val="60000"/>
              <a:lumOff val="40000"/>
            </a:schemeClr>
          </a:solidFill>
          <a:ln w="9525" cap="flat">
            <a:noFill/>
            <a:prstDash val="solid"/>
            <a:miter/>
          </a:ln>
        </p:spPr>
        <p:txBody>
          <a:bodyPr rtlCol="0" anchor="ctr"/>
          <a:lstStyle/>
          <a:p>
            <a:endParaRPr lang="en-US" sz="3598"/>
          </a:p>
        </p:txBody>
      </p:sp>
      <p:sp>
        <p:nvSpPr>
          <p:cNvPr id="10" name="Freeform: Shape 9">
            <a:extLst>
              <a:ext uri="{FF2B5EF4-FFF2-40B4-BE49-F238E27FC236}">
                <a16:creationId xmlns:a16="http://schemas.microsoft.com/office/drawing/2014/main" id="{915F5D2E-32D7-4A6C-9B15-095DA837528F}"/>
              </a:ext>
            </a:extLst>
          </p:cNvPr>
          <p:cNvSpPr/>
          <p:nvPr/>
        </p:nvSpPr>
        <p:spPr>
          <a:xfrm>
            <a:off x="6260020" y="2724601"/>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accent2">
              <a:lumMod val="60000"/>
              <a:lumOff val="40000"/>
            </a:schemeClr>
          </a:solidFill>
          <a:ln w="9525" cap="flat">
            <a:noFill/>
            <a:prstDash val="solid"/>
            <a:miter/>
          </a:ln>
        </p:spPr>
        <p:txBody>
          <a:bodyPr rtlCol="0" anchor="ctr"/>
          <a:lstStyle/>
          <a:p>
            <a:endParaRPr lang="en-US" sz="3598"/>
          </a:p>
        </p:txBody>
      </p:sp>
      <p:sp>
        <p:nvSpPr>
          <p:cNvPr id="11" name="Freeform: Shape 10">
            <a:extLst>
              <a:ext uri="{FF2B5EF4-FFF2-40B4-BE49-F238E27FC236}">
                <a16:creationId xmlns:a16="http://schemas.microsoft.com/office/drawing/2014/main" id="{8FF5A4C0-6D09-4011-972E-91B41EAEE1AE}"/>
              </a:ext>
            </a:extLst>
          </p:cNvPr>
          <p:cNvSpPr/>
          <p:nvPr/>
        </p:nvSpPr>
        <p:spPr>
          <a:xfrm>
            <a:off x="6241967" y="1653870"/>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accent2">
              <a:lumMod val="60000"/>
              <a:lumOff val="40000"/>
            </a:schemeClr>
          </a:solidFill>
          <a:ln w="9525" cap="flat">
            <a:noFill/>
            <a:prstDash val="solid"/>
            <a:miter/>
          </a:ln>
        </p:spPr>
        <p:txBody>
          <a:bodyPr rtlCol="0" anchor="ctr"/>
          <a:lstStyle/>
          <a:p>
            <a:endParaRPr lang="en-US" sz="3598"/>
          </a:p>
        </p:txBody>
      </p:sp>
      <p:sp>
        <p:nvSpPr>
          <p:cNvPr id="21" name="TextBox 20">
            <a:extLst>
              <a:ext uri="{FF2B5EF4-FFF2-40B4-BE49-F238E27FC236}">
                <a16:creationId xmlns:a16="http://schemas.microsoft.com/office/drawing/2014/main" id="{E8FD566F-BCA8-4461-842C-34C41943214A}"/>
              </a:ext>
            </a:extLst>
          </p:cNvPr>
          <p:cNvSpPr txBox="1"/>
          <p:nvPr/>
        </p:nvSpPr>
        <p:spPr>
          <a:xfrm>
            <a:off x="5475603" y="1525674"/>
            <a:ext cx="641823" cy="523092"/>
          </a:xfrm>
          <a:prstGeom prst="rect">
            <a:avLst/>
          </a:prstGeom>
          <a:noFill/>
        </p:spPr>
        <p:txBody>
          <a:bodyPr wrap="square" rtlCol="0">
            <a:spAutoFit/>
          </a:bodyPr>
          <a:lstStyle/>
          <a:p>
            <a:pPr algn="ctr"/>
            <a:r>
              <a:rPr lang="en-US" sz="2799" b="1" dirty="0">
                <a:solidFill>
                  <a:srgbClr val="042552"/>
                </a:solidFill>
              </a:rPr>
              <a:t>01</a:t>
            </a:r>
          </a:p>
        </p:txBody>
      </p:sp>
      <p:sp>
        <p:nvSpPr>
          <p:cNvPr id="23" name="TextBox 22">
            <a:extLst>
              <a:ext uri="{FF2B5EF4-FFF2-40B4-BE49-F238E27FC236}">
                <a16:creationId xmlns:a16="http://schemas.microsoft.com/office/drawing/2014/main" id="{4F961D8E-A133-4206-9086-807B48C7560D}"/>
              </a:ext>
            </a:extLst>
          </p:cNvPr>
          <p:cNvSpPr txBox="1"/>
          <p:nvPr/>
        </p:nvSpPr>
        <p:spPr>
          <a:xfrm>
            <a:off x="5490982" y="2586880"/>
            <a:ext cx="641823" cy="523092"/>
          </a:xfrm>
          <a:prstGeom prst="rect">
            <a:avLst/>
          </a:prstGeom>
          <a:noFill/>
        </p:spPr>
        <p:txBody>
          <a:bodyPr wrap="square" rtlCol="0">
            <a:spAutoFit/>
          </a:bodyPr>
          <a:lstStyle/>
          <a:p>
            <a:pPr algn="ctr"/>
            <a:r>
              <a:rPr lang="en-US" sz="2799" b="1" dirty="0">
                <a:solidFill>
                  <a:srgbClr val="042552"/>
                </a:solidFill>
              </a:rPr>
              <a:t>02</a:t>
            </a:r>
          </a:p>
        </p:txBody>
      </p:sp>
      <p:sp>
        <p:nvSpPr>
          <p:cNvPr id="24" name="TextBox 23">
            <a:extLst>
              <a:ext uri="{FF2B5EF4-FFF2-40B4-BE49-F238E27FC236}">
                <a16:creationId xmlns:a16="http://schemas.microsoft.com/office/drawing/2014/main" id="{2A0801D1-C4A2-4C15-823D-4CCE378B5BED}"/>
              </a:ext>
            </a:extLst>
          </p:cNvPr>
          <p:cNvSpPr txBox="1"/>
          <p:nvPr/>
        </p:nvSpPr>
        <p:spPr>
          <a:xfrm>
            <a:off x="6564242" y="1599615"/>
            <a:ext cx="3970449" cy="430887"/>
          </a:xfrm>
          <a:prstGeom prst="rect">
            <a:avLst/>
          </a:prstGeom>
          <a:noFill/>
        </p:spPr>
        <p:txBody>
          <a:bodyPr wrap="square" rtlCol="0">
            <a:spAutoFit/>
          </a:bodyPr>
          <a:lstStyle/>
          <a:p>
            <a:pPr>
              <a:spcBef>
                <a:spcPts val="1800"/>
              </a:spcBef>
              <a:spcAft>
                <a:spcPts val="1800"/>
              </a:spcAft>
            </a:pPr>
            <a:r>
              <a:rPr lang="fr-FR" sz="2200" b="1" dirty="0">
                <a:solidFill>
                  <a:srgbClr val="042552"/>
                </a:solidFill>
              </a:rPr>
              <a:t>General </a:t>
            </a:r>
            <a:r>
              <a:rPr lang="fr-FR" sz="2200" b="1" dirty="0" err="1">
                <a:solidFill>
                  <a:srgbClr val="042552"/>
                </a:solidFill>
              </a:rPr>
              <a:t>context</a:t>
            </a:r>
            <a:endParaRPr lang="fr-FR" sz="2200" b="1" dirty="0">
              <a:solidFill>
                <a:srgbClr val="042552"/>
              </a:solidFill>
            </a:endParaRPr>
          </a:p>
        </p:txBody>
      </p:sp>
      <p:sp>
        <p:nvSpPr>
          <p:cNvPr id="27" name="TextBox 26">
            <a:extLst>
              <a:ext uri="{FF2B5EF4-FFF2-40B4-BE49-F238E27FC236}">
                <a16:creationId xmlns:a16="http://schemas.microsoft.com/office/drawing/2014/main" id="{2D4054E0-C959-4D18-9594-26DA9657B162}"/>
              </a:ext>
            </a:extLst>
          </p:cNvPr>
          <p:cNvSpPr txBox="1"/>
          <p:nvPr/>
        </p:nvSpPr>
        <p:spPr>
          <a:xfrm>
            <a:off x="5486512" y="3750007"/>
            <a:ext cx="641823" cy="523092"/>
          </a:xfrm>
          <a:prstGeom prst="rect">
            <a:avLst/>
          </a:prstGeom>
          <a:noFill/>
        </p:spPr>
        <p:txBody>
          <a:bodyPr wrap="square" rtlCol="0">
            <a:spAutoFit/>
          </a:bodyPr>
          <a:lstStyle/>
          <a:p>
            <a:pPr algn="ctr"/>
            <a:r>
              <a:rPr lang="en-US" sz="2799" b="1" dirty="0">
                <a:solidFill>
                  <a:srgbClr val="042552"/>
                </a:solidFill>
              </a:rPr>
              <a:t>03</a:t>
            </a:r>
          </a:p>
        </p:txBody>
      </p:sp>
      <p:sp>
        <p:nvSpPr>
          <p:cNvPr id="28" name="TextBox 27">
            <a:extLst>
              <a:ext uri="{FF2B5EF4-FFF2-40B4-BE49-F238E27FC236}">
                <a16:creationId xmlns:a16="http://schemas.microsoft.com/office/drawing/2014/main" id="{07BCFA49-07EA-464B-B8D5-7929D2035A25}"/>
              </a:ext>
            </a:extLst>
          </p:cNvPr>
          <p:cNvSpPr txBox="1"/>
          <p:nvPr/>
        </p:nvSpPr>
        <p:spPr>
          <a:xfrm>
            <a:off x="6539533" y="2651214"/>
            <a:ext cx="4160949" cy="430887"/>
          </a:xfrm>
          <a:prstGeom prst="rect">
            <a:avLst/>
          </a:prstGeom>
          <a:noFill/>
        </p:spPr>
        <p:txBody>
          <a:bodyPr wrap="square" rtlCol="0">
            <a:spAutoFit/>
          </a:bodyPr>
          <a:lstStyle/>
          <a:p>
            <a:r>
              <a:rPr lang="fr-FR" sz="2200" dirty="0"/>
              <a:t> </a:t>
            </a:r>
            <a:r>
              <a:rPr lang="fr-FR" sz="2200" b="1" dirty="0" err="1">
                <a:solidFill>
                  <a:srgbClr val="002060"/>
                </a:solidFill>
              </a:rPr>
              <a:t>Analysis</a:t>
            </a:r>
            <a:r>
              <a:rPr lang="fr-FR" sz="2200" b="1" dirty="0">
                <a:solidFill>
                  <a:srgbClr val="002060"/>
                </a:solidFill>
              </a:rPr>
              <a:t> and conception</a:t>
            </a:r>
          </a:p>
        </p:txBody>
      </p:sp>
      <p:sp>
        <p:nvSpPr>
          <p:cNvPr id="29" name="TextBox 28">
            <a:extLst>
              <a:ext uri="{FF2B5EF4-FFF2-40B4-BE49-F238E27FC236}">
                <a16:creationId xmlns:a16="http://schemas.microsoft.com/office/drawing/2014/main" id="{67A10A29-C34C-4AE1-A108-3CB7D913944A}"/>
              </a:ext>
            </a:extLst>
          </p:cNvPr>
          <p:cNvSpPr txBox="1"/>
          <p:nvPr/>
        </p:nvSpPr>
        <p:spPr>
          <a:xfrm>
            <a:off x="872463" y="2917449"/>
            <a:ext cx="1887055" cy="707886"/>
          </a:xfrm>
          <a:prstGeom prst="rect">
            <a:avLst/>
          </a:prstGeom>
          <a:noFill/>
        </p:spPr>
        <p:txBody>
          <a:bodyPr wrap="none" rtlCol="0">
            <a:spAutoFit/>
          </a:bodyPr>
          <a:lstStyle/>
          <a:p>
            <a:pPr algn="ctr"/>
            <a:r>
              <a:rPr lang="en-US" sz="4000" b="1" spc="600" dirty="0">
                <a:solidFill>
                  <a:schemeClr val="bg1"/>
                </a:solidFill>
                <a:latin typeface="+mj-lt"/>
              </a:rPr>
              <a:t>PLAN</a:t>
            </a:r>
          </a:p>
        </p:txBody>
      </p:sp>
      <p:sp>
        <p:nvSpPr>
          <p:cNvPr id="32" name="TextBox 31">
            <a:extLst>
              <a:ext uri="{FF2B5EF4-FFF2-40B4-BE49-F238E27FC236}">
                <a16:creationId xmlns:a16="http://schemas.microsoft.com/office/drawing/2014/main" id="{07BCFA49-07EA-464B-B8D5-7929D2035A25}"/>
              </a:ext>
            </a:extLst>
          </p:cNvPr>
          <p:cNvSpPr txBox="1"/>
          <p:nvPr/>
        </p:nvSpPr>
        <p:spPr>
          <a:xfrm>
            <a:off x="6659205" y="4921441"/>
            <a:ext cx="3740809" cy="430887"/>
          </a:xfrm>
          <a:prstGeom prst="rect">
            <a:avLst/>
          </a:prstGeom>
          <a:noFill/>
        </p:spPr>
        <p:txBody>
          <a:bodyPr wrap="square" rtlCol="0">
            <a:spAutoFit/>
          </a:bodyPr>
          <a:lstStyle/>
          <a:p>
            <a:r>
              <a:rPr lang="en-US" sz="2200" b="1" dirty="0">
                <a:solidFill>
                  <a:srgbClr val="042552"/>
                </a:solidFill>
              </a:rPr>
              <a:t>Conclusion </a:t>
            </a:r>
          </a:p>
        </p:txBody>
      </p:sp>
      <p:sp>
        <p:nvSpPr>
          <p:cNvPr id="2" name="Slide Number Placeholder 1"/>
          <p:cNvSpPr>
            <a:spLocks noGrp="1"/>
          </p:cNvSpPr>
          <p:nvPr>
            <p:ph type="sldNum" sz="quarter" idx="12"/>
          </p:nvPr>
        </p:nvSpPr>
        <p:spPr/>
        <p:txBody>
          <a:bodyPr/>
          <a:lstStyle/>
          <a:p>
            <a:fld id="{02383E7E-9DFE-4A1E-AEC2-D2E19E891C2C}" type="slidenum">
              <a:rPr lang="en-US" smtClean="0"/>
              <a:t>2</a:t>
            </a:fld>
            <a:endParaRPr lang="en-US" dirty="0"/>
          </a:p>
        </p:txBody>
      </p:sp>
      <p:sp>
        <p:nvSpPr>
          <p:cNvPr id="26" name="TextBox 27">
            <a:extLst>
              <a:ext uri="{FF2B5EF4-FFF2-40B4-BE49-F238E27FC236}">
                <a16:creationId xmlns:a16="http://schemas.microsoft.com/office/drawing/2014/main" id="{5C17F3F8-7342-4D13-A31E-72663AA992EE}"/>
              </a:ext>
            </a:extLst>
          </p:cNvPr>
          <p:cNvSpPr txBox="1"/>
          <p:nvPr/>
        </p:nvSpPr>
        <p:spPr>
          <a:xfrm>
            <a:off x="6561616" y="3775095"/>
            <a:ext cx="4160949" cy="430887"/>
          </a:xfrm>
          <a:prstGeom prst="rect">
            <a:avLst/>
          </a:prstGeom>
          <a:noFill/>
        </p:spPr>
        <p:txBody>
          <a:bodyPr wrap="square" rtlCol="0">
            <a:spAutoFit/>
          </a:bodyPr>
          <a:lstStyle/>
          <a:p>
            <a:r>
              <a:rPr lang="fr-FR" sz="2200" dirty="0">
                <a:ea typeface="Calibri" panose="020F0502020204030204" pitchFamily="34" charset="0"/>
              </a:rPr>
              <a:t> </a:t>
            </a:r>
            <a:r>
              <a:rPr lang="fr-FR" sz="2200" b="1" dirty="0" err="1">
                <a:solidFill>
                  <a:srgbClr val="002060"/>
                </a:solidFill>
                <a:ea typeface="Calibri" panose="020F0502020204030204" pitchFamily="34" charset="0"/>
              </a:rPr>
              <a:t>Implementation</a:t>
            </a:r>
            <a:endParaRPr lang="en-US" sz="2200" b="1" dirty="0">
              <a:solidFill>
                <a:srgbClr val="002060"/>
              </a:solidFill>
            </a:endParaRPr>
          </a:p>
        </p:txBody>
      </p:sp>
      <p:sp>
        <p:nvSpPr>
          <p:cNvPr id="25" name="TextBox 26">
            <a:extLst>
              <a:ext uri="{FF2B5EF4-FFF2-40B4-BE49-F238E27FC236}">
                <a16:creationId xmlns:a16="http://schemas.microsoft.com/office/drawing/2014/main" id="{71E2676B-3706-4510-BA87-775FA32DB848}"/>
              </a:ext>
            </a:extLst>
          </p:cNvPr>
          <p:cNvSpPr txBox="1"/>
          <p:nvPr/>
        </p:nvSpPr>
        <p:spPr>
          <a:xfrm>
            <a:off x="5488441" y="4886459"/>
            <a:ext cx="641823" cy="523092"/>
          </a:xfrm>
          <a:prstGeom prst="rect">
            <a:avLst/>
          </a:prstGeom>
          <a:noFill/>
        </p:spPr>
        <p:txBody>
          <a:bodyPr wrap="square" rtlCol="0">
            <a:spAutoFit/>
          </a:bodyPr>
          <a:lstStyle/>
          <a:p>
            <a:pPr algn="ctr"/>
            <a:r>
              <a:rPr lang="en-US" sz="2799" b="1" dirty="0">
                <a:solidFill>
                  <a:srgbClr val="042552"/>
                </a:solidFill>
              </a:rPr>
              <a:t>04</a:t>
            </a:r>
          </a:p>
        </p:txBody>
      </p:sp>
      <p:sp>
        <p:nvSpPr>
          <p:cNvPr id="30" name="Freeform: Shape 7">
            <a:extLst>
              <a:ext uri="{FF2B5EF4-FFF2-40B4-BE49-F238E27FC236}">
                <a16:creationId xmlns:a16="http://schemas.microsoft.com/office/drawing/2014/main" id="{6F31661F-1923-4058-B569-4776EE46B487}"/>
              </a:ext>
            </a:extLst>
          </p:cNvPr>
          <p:cNvSpPr/>
          <p:nvPr/>
        </p:nvSpPr>
        <p:spPr>
          <a:xfrm>
            <a:off x="6285099" y="5036453"/>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accent2">
              <a:lumMod val="60000"/>
              <a:lumOff val="40000"/>
            </a:schemeClr>
          </a:solidFill>
          <a:ln w="9525" cap="flat">
            <a:noFill/>
            <a:prstDash val="solid"/>
            <a:miter/>
          </a:ln>
        </p:spPr>
        <p:txBody>
          <a:bodyPr rtlCol="0" anchor="ctr"/>
          <a:lstStyle/>
          <a:p>
            <a:endParaRPr lang="en-US" sz="3598"/>
          </a:p>
        </p:txBody>
      </p:sp>
    </p:spTree>
    <p:extLst>
      <p:ext uri="{BB962C8B-B14F-4D97-AF65-F5344CB8AC3E}">
        <p14:creationId xmlns:p14="http://schemas.microsoft.com/office/powerpoint/2010/main" val="3024030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reeform: Shape 5">
            <a:extLst>
              <a:ext uri="{FF2B5EF4-FFF2-40B4-BE49-F238E27FC236}">
                <a16:creationId xmlns:a16="http://schemas.microsoft.com/office/drawing/2014/main" id="{FB420FA5-C008-4695-ACFD-EC21AFBFEE9F}"/>
              </a:ext>
            </a:extLst>
          </p:cNvPr>
          <p:cNvSpPr/>
          <p:nvPr/>
        </p:nvSpPr>
        <p:spPr>
          <a:xfrm>
            <a:off x="4197429" y="-28575"/>
            <a:ext cx="47397" cy="6915150"/>
          </a:xfrm>
          <a:custGeom>
            <a:avLst/>
            <a:gdLst>
              <a:gd name="connsiteX0" fmla="*/ 28575 w 57150"/>
              <a:gd name="connsiteY0" fmla="*/ 28575 h 6915150"/>
              <a:gd name="connsiteX1" fmla="*/ 28575 w 57150"/>
              <a:gd name="connsiteY1" fmla="*/ 6886575 h 6915150"/>
            </a:gdLst>
            <a:ahLst/>
            <a:cxnLst>
              <a:cxn ang="0">
                <a:pos x="connsiteX0" y="connsiteY0"/>
              </a:cxn>
              <a:cxn ang="0">
                <a:pos x="connsiteX1" y="connsiteY1"/>
              </a:cxn>
            </a:cxnLst>
            <a:rect l="l" t="t" r="r" b="b"/>
            <a:pathLst>
              <a:path w="57150" h="6915150">
                <a:moveTo>
                  <a:pt x="28575" y="28575"/>
                </a:moveTo>
                <a:lnTo>
                  <a:pt x="28575" y="6886575"/>
                </a:lnTo>
              </a:path>
            </a:pathLst>
          </a:custGeom>
          <a:ln w="38100" cap="flat">
            <a:solidFill>
              <a:srgbClr val="042552"/>
            </a:solidFill>
            <a:prstDash val="solid"/>
            <a:miter/>
          </a:ln>
        </p:spPr>
        <p:txBody>
          <a:bodyPr rtlCol="0" anchor="ctr"/>
          <a:lstStyle/>
          <a:p>
            <a:endParaRPr lang="en-US" sz="3598"/>
          </a:p>
        </p:txBody>
      </p:sp>
      <p:sp>
        <p:nvSpPr>
          <p:cNvPr id="88" name="Freeform: Shape 87">
            <a:extLst>
              <a:ext uri="{FF2B5EF4-FFF2-40B4-BE49-F238E27FC236}">
                <a16:creationId xmlns:a16="http://schemas.microsoft.com/office/drawing/2014/main" id="{CA511FB9-8ED9-4E1C-895E-DCB4DA0204CC}"/>
              </a:ext>
            </a:extLst>
          </p:cNvPr>
          <p:cNvSpPr/>
          <p:nvPr/>
        </p:nvSpPr>
        <p:spPr>
          <a:xfrm>
            <a:off x="11238930" y="1473471"/>
            <a:ext cx="190500" cy="190500"/>
          </a:xfrm>
          <a:custGeom>
            <a:avLst/>
            <a:gdLst>
              <a:gd name="connsiteX0" fmla="*/ 183928 w 190500"/>
              <a:gd name="connsiteY0" fmla="*/ 95536 h 190500"/>
              <a:gd name="connsiteX1" fmla="*/ 95535 w 190500"/>
              <a:gd name="connsiteY1" fmla="*/ 183928 h 190500"/>
              <a:gd name="connsiteX2" fmla="*/ 7143 w 190500"/>
              <a:gd name="connsiteY2" fmla="*/ 95536 h 190500"/>
              <a:gd name="connsiteX3" fmla="*/ 95535 w 190500"/>
              <a:gd name="connsiteY3" fmla="*/ 7144 h 190500"/>
              <a:gd name="connsiteX4" fmla="*/ 183928 w 190500"/>
              <a:gd name="connsiteY4" fmla="*/ 95536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83928" y="95536"/>
                </a:moveTo>
                <a:cubicBezTo>
                  <a:pt x="183928" y="144353"/>
                  <a:pt x="144353" y="183928"/>
                  <a:pt x="95535" y="183928"/>
                </a:cubicBezTo>
                <a:cubicBezTo>
                  <a:pt x="46718" y="183928"/>
                  <a:pt x="7143" y="144353"/>
                  <a:pt x="7143" y="95536"/>
                </a:cubicBezTo>
                <a:cubicBezTo>
                  <a:pt x="7143" y="46718"/>
                  <a:pt x="46718" y="7144"/>
                  <a:pt x="95535" y="7144"/>
                </a:cubicBezTo>
                <a:cubicBezTo>
                  <a:pt x="144353" y="7144"/>
                  <a:pt x="183928" y="46718"/>
                  <a:pt x="183928" y="95536"/>
                </a:cubicBezTo>
                <a:close/>
              </a:path>
            </a:pathLst>
          </a:custGeom>
          <a:solidFill>
            <a:schemeClr val="accent2">
              <a:lumMod val="60000"/>
              <a:lumOff val="40000"/>
            </a:schemeClr>
          </a:solidFill>
          <a:ln w="9525" cap="flat">
            <a:noFill/>
            <a:prstDash val="solid"/>
            <a:miter/>
          </a:ln>
        </p:spPr>
        <p:txBody>
          <a:bodyPr rtlCol="0" anchor="ctr"/>
          <a:lstStyle/>
          <a:p>
            <a:endParaRPr lang="en-US" sz="3598" dirty="0"/>
          </a:p>
        </p:txBody>
      </p:sp>
      <p:sp>
        <p:nvSpPr>
          <p:cNvPr id="89" name="Freeform: Shape 88">
            <a:extLst>
              <a:ext uri="{FF2B5EF4-FFF2-40B4-BE49-F238E27FC236}">
                <a16:creationId xmlns:a16="http://schemas.microsoft.com/office/drawing/2014/main" id="{50F2AECE-4F95-4A67-A7AC-0745E569C6DB}"/>
              </a:ext>
            </a:extLst>
          </p:cNvPr>
          <p:cNvSpPr/>
          <p:nvPr/>
        </p:nvSpPr>
        <p:spPr>
          <a:xfrm>
            <a:off x="7921658" y="6370749"/>
            <a:ext cx="190500" cy="190500"/>
          </a:xfrm>
          <a:custGeom>
            <a:avLst/>
            <a:gdLst>
              <a:gd name="connsiteX0" fmla="*/ 183928 w 190500"/>
              <a:gd name="connsiteY0" fmla="*/ 95536 h 190500"/>
              <a:gd name="connsiteX1" fmla="*/ 95535 w 190500"/>
              <a:gd name="connsiteY1" fmla="*/ 183928 h 190500"/>
              <a:gd name="connsiteX2" fmla="*/ 7143 w 190500"/>
              <a:gd name="connsiteY2" fmla="*/ 95536 h 190500"/>
              <a:gd name="connsiteX3" fmla="*/ 95535 w 190500"/>
              <a:gd name="connsiteY3" fmla="*/ 7144 h 190500"/>
              <a:gd name="connsiteX4" fmla="*/ 183928 w 190500"/>
              <a:gd name="connsiteY4" fmla="*/ 95536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83928" y="95536"/>
                </a:moveTo>
                <a:cubicBezTo>
                  <a:pt x="183928" y="144353"/>
                  <a:pt x="144353" y="183928"/>
                  <a:pt x="95535" y="183928"/>
                </a:cubicBezTo>
                <a:cubicBezTo>
                  <a:pt x="46718" y="183928"/>
                  <a:pt x="7143" y="144354"/>
                  <a:pt x="7143" y="95536"/>
                </a:cubicBezTo>
                <a:cubicBezTo>
                  <a:pt x="7143" y="46719"/>
                  <a:pt x="46717" y="7144"/>
                  <a:pt x="95535" y="7144"/>
                </a:cubicBezTo>
                <a:cubicBezTo>
                  <a:pt x="144353" y="7144"/>
                  <a:pt x="183928" y="46718"/>
                  <a:pt x="183928" y="95536"/>
                </a:cubicBezTo>
                <a:close/>
              </a:path>
            </a:pathLst>
          </a:custGeom>
          <a:solidFill>
            <a:schemeClr val="accent2">
              <a:lumMod val="60000"/>
              <a:lumOff val="40000"/>
            </a:schemeClr>
          </a:solidFill>
          <a:ln w="9525" cap="flat">
            <a:noFill/>
            <a:prstDash val="solid"/>
            <a:miter/>
          </a:ln>
        </p:spPr>
        <p:txBody>
          <a:bodyPr rtlCol="0" anchor="ctr"/>
          <a:lstStyle/>
          <a:p>
            <a:endParaRPr lang="en-US" sz="3598" dirty="0"/>
          </a:p>
        </p:txBody>
      </p:sp>
      <p:sp>
        <p:nvSpPr>
          <p:cNvPr id="56" name="Freeform: Shape 9">
            <a:extLst>
              <a:ext uri="{FF2B5EF4-FFF2-40B4-BE49-F238E27FC236}">
                <a16:creationId xmlns:a16="http://schemas.microsoft.com/office/drawing/2014/main" id="{915F5D2E-32D7-4A6C-9B15-095DA837528F}"/>
              </a:ext>
            </a:extLst>
          </p:cNvPr>
          <p:cNvSpPr/>
          <p:nvPr/>
        </p:nvSpPr>
        <p:spPr>
          <a:xfrm>
            <a:off x="4084714" y="1429280"/>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accent2">
              <a:lumMod val="60000"/>
              <a:lumOff val="40000"/>
            </a:schemeClr>
          </a:solidFill>
          <a:ln w="9525" cap="flat">
            <a:noFill/>
            <a:prstDash val="solid"/>
            <a:miter/>
          </a:ln>
        </p:spPr>
        <p:txBody>
          <a:bodyPr rtlCol="0" anchor="ctr"/>
          <a:lstStyle/>
          <a:p>
            <a:endParaRPr lang="en-US" sz="3598">
              <a:solidFill>
                <a:schemeClr val="accent3"/>
              </a:solidFill>
            </a:endParaRPr>
          </a:p>
        </p:txBody>
      </p:sp>
      <p:sp>
        <p:nvSpPr>
          <p:cNvPr id="59" name="TextBox 58">
            <a:extLst>
              <a:ext uri="{FF2B5EF4-FFF2-40B4-BE49-F238E27FC236}">
                <a16:creationId xmlns:a16="http://schemas.microsoft.com/office/drawing/2014/main" id="{4F961D8E-A133-4206-9086-807B48C7560D}"/>
              </a:ext>
            </a:extLst>
          </p:cNvPr>
          <p:cNvSpPr txBox="1"/>
          <p:nvPr/>
        </p:nvSpPr>
        <p:spPr>
          <a:xfrm>
            <a:off x="3315778" y="1280914"/>
            <a:ext cx="641823" cy="523092"/>
          </a:xfrm>
          <a:prstGeom prst="rect">
            <a:avLst/>
          </a:prstGeom>
          <a:noFill/>
        </p:spPr>
        <p:txBody>
          <a:bodyPr wrap="square" rtlCol="0">
            <a:spAutoFit/>
          </a:bodyPr>
          <a:lstStyle/>
          <a:p>
            <a:pPr algn="ctr"/>
            <a:r>
              <a:rPr lang="en-US" sz="2799" b="1" dirty="0">
                <a:solidFill>
                  <a:srgbClr val="042552"/>
                </a:solidFill>
              </a:rPr>
              <a:t>01</a:t>
            </a:r>
          </a:p>
        </p:txBody>
      </p:sp>
      <p:sp>
        <p:nvSpPr>
          <p:cNvPr id="2" name="Slide Number Placeholder 1"/>
          <p:cNvSpPr>
            <a:spLocks noGrp="1"/>
          </p:cNvSpPr>
          <p:nvPr>
            <p:ph type="sldNum" sz="quarter" idx="12"/>
          </p:nvPr>
        </p:nvSpPr>
        <p:spPr/>
        <p:txBody>
          <a:bodyPr/>
          <a:lstStyle/>
          <a:p>
            <a:fld id="{02383E7E-9DFE-4A1E-AEC2-D2E19E891C2C}" type="slidenum">
              <a:rPr lang="en-US" smtClean="0"/>
              <a:t>3</a:t>
            </a:fld>
            <a:endParaRPr lang="en-US" dirty="0"/>
          </a:p>
        </p:txBody>
      </p:sp>
      <p:grpSp>
        <p:nvGrpSpPr>
          <p:cNvPr id="11" name="Group 1">
            <a:extLst>
              <a:ext uri="{FF2B5EF4-FFF2-40B4-BE49-F238E27FC236}">
                <a16:creationId xmlns:a16="http://schemas.microsoft.com/office/drawing/2014/main" id="{EC67F585-5077-4662-9683-801535614F05}"/>
              </a:ext>
            </a:extLst>
          </p:cNvPr>
          <p:cNvGrpSpPr/>
          <p:nvPr/>
        </p:nvGrpSpPr>
        <p:grpSpPr>
          <a:xfrm>
            <a:off x="12192000" y="1429280"/>
            <a:ext cx="4389727" cy="723900"/>
            <a:chOff x="5223996" y="-19740"/>
            <a:chExt cx="4318902" cy="943953"/>
          </a:xfrm>
          <a:solidFill>
            <a:srgbClr val="042552"/>
          </a:solidFill>
        </p:grpSpPr>
        <p:sp>
          <p:nvSpPr>
            <p:cNvPr id="13" name="Freeform: Shape 7">
              <a:extLst>
                <a:ext uri="{FF2B5EF4-FFF2-40B4-BE49-F238E27FC236}">
                  <a16:creationId xmlns:a16="http://schemas.microsoft.com/office/drawing/2014/main" id="{A1B2B1B3-DA1F-4F7C-AA31-3982AD497643}"/>
                </a:ext>
              </a:extLst>
            </p:cNvPr>
            <p:cNvSpPr/>
            <p:nvPr/>
          </p:nvSpPr>
          <p:spPr>
            <a:xfrm>
              <a:off x="5223996" y="-19740"/>
              <a:ext cx="4318902" cy="943953"/>
            </a:xfrm>
            <a:custGeom>
              <a:avLst/>
              <a:gdLst>
                <a:gd name="connsiteX0" fmla="*/ 3253264 w 3543300"/>
                <a:gd name="connsiteY0" fmla="*/ 1263968 h 1266825"/>
                <a:gd name="connsiteX1" fmla="*/ 292894 w 3543300"/>
                <a:gd name="connsiteY1" fmla="*/ 1263968 h 1266825"/>
                <a:gd name="connsiteX2" fmla="*/ 7144 w 3543300"/>
                <a:gd name="connsiteY2" fmla="*/ 978218 h 1266825"/>
                <a:gd name="connsiteX3" fmla="*/ 7144 w 3543300"/>
                <a:gd name="connsiteY3" fmla="*/ 7144 h 1266825"/>
                <a:gd name="connsiteX4" fmla="*/ 3539014 w 3543300"/>
                <a:gd name="connsiteY4" fmla="*/ 7144 h 1266825"/>
                <a:gd name="connsiteX5" fmla="*/ 3539014 w 3543300"/>
                <a:gd name="connsiteY5" fmla="*/ 978218 h 1266825"/>
                <a:gd name="connsiteX6" fmla="*/ 3253264 w 3543300"/>
                <a:gd name="connsiteY6" fmla="*/ 1263968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3300" h="1266825">
                  <a:moveTo>
                    <a:pt x="3253264" y="1263968"/>
                  </a:moveTo>
                  <a:lnTo>
                    <a:pt x="292894" y="1263968"/>
                  </a:lnTo>
                  <a:cubicBezTo>
                    <a:pt x="135064" y="1263968"/>
                    <a:pt x="7144" y="1136047"/>
                    <a:pt x="7144" y="978218"/>
                  </a:cubicBezTo>
                  <a:lnTo>
                    <a:pt x="7144" y="7144"/>
                  </a:lnTo>
                  <a:lnTo>
                    <a:pt x="3539014" y="7144"/>
                  </a:lnTo>
                  <a:lnTo>
                    <a:pt x="3539014" y="978218"/>
                  </a:lnTo>
                  <a:cubicBezTo>
                    <a:pt x="3539014" y="1136047"/>
                    <a:pt x="3411093" y="1263968"/>
                    <a:pt x="3253264" y="1263968"/>
                  </a:cubicBezTo>
                  <a:close/>
                </a:path>
              </a:pathLst>
            </a:custGeom>
            <a:solidFill>
              <a:schemeClr val="bg1"/>
            </a:solidFill>
            <a:ln w="9525" cap="flat">
              <a:noFill/>
              <a:prstDash val="solid"/>
              <a:miter/>
            </a:ln>
          </p:spPr>
          <p:txBody>
            <a:bodyPr rtlCol="0" anchor="ctr"/>
            <a:lstStyle/>
            <a:p>
              <a:pPr algn="ctr"/>
              <a:endParaRPr lang="en-US" sz="3598" b="1" dirty="0"/>
            </a:p>
          </p:txBody>
        </p:sp>
        <p:sp>
          <p:nvSpPr>
            <p:cNvPr id="14" name="TextBox 31">
              <a:extLst>
                <a:ext uri="{FF2B5EF4-FFF2-40B4-BE49-F238E27FC236}">
                  <a16:creationId xmlns:a16="http://schemas.microsoft.com/office/drawing/2014/main" id="{B43C99E6-406D-45D9-97D3-8CBC441D59B9}"/>
                </a:ext>
              </a:extLst>
            </p:cNvPr>
            <p:cNvSpPr txBox="1"/>
            <p:nvPr/>
          </p:nvSpPr>
          <p:spPr>
            <a:xfrm>
              <a:off x="6192815" y="257441"/>
              <a:ext cx="2726319" cy="517557"/>
            </a:xfrm>
            <a:prstGeom prst="rect">
              <a:avLst/>
            </a:prstGeom>
            <a:solidFill>
              <a:schemeClr val="bg1"/>
            </a:solidFill>
          </p:spPr>
          <p:txBody>
            <a:bodyPr wrap="square" rtlCol="0">
              <a:spAutoFit/>
            </a:bodyPr>
            <a:lstStyle/>
            <a:p>
              <a:r>
                <a:rPr lang="en-US" sz="2000" b="1" dirty="0">
                  <a:solidFill>
                    <a:srgbClr val="002060"/>
                  </a:solidFill>
                </a:rPr>
                <a:t>PROBLÉMATIQUE</a:t>
              </a:r>
            </a:p>
          </p:txBody>
        </p:sp>
      </p:grpSp>
      <p:sp>
        <p:nvSpPr>
          <p:cNvPr id="15" name="Rectangle 14">
            <a:extLst>
              <a:ext uri="{FF2B5EF4-FFF2-40B4-BE49-F238E27FC236}">
                <a16:creationId xmlns:a16="http://schemas.microsoft.com/office/drawing/2014/main" id="{AA66CDC1-514E-4026-A8A5-C8C42BA0DBDC}"/>
              </a:ext>
            </a:extLst>
          </p:cNvPr>
          <p:cNvSpPr/>
          <p:nvPr/>
        </p:nvSpPr>
        <p:spPr>
          <a:xfrm>
            <a:off x="16237296" y="601324"/>
            <a:ext cx="7938887" cy="7658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16" name="Picture 2">
            <a:extLst>
              <a:ext uri="{FF2B5EF4-FFF2-40B4-BE49-F238E27FC236}">
                <a16:creationId xmlns:a16="http://schemas.microsoft.com/office/drawing/2014/main" id="{9400451C-B40A-4036-9FFB-2CF3D4EF9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200" y="11989421"/>
            <a:ext cx="2342747" cy="2678291"/>
          </a:xfrm>
          <a:prstGeom prst="rect">
            <a:avLst/>
          </a:prstGeom>
        </p:spPr>
      </p:pic>
      <p:pic>
        <p:nvPicPr>
          <p:cNvPr id="17" name="Picture 3">
            <a:extLst>
              <a:ext uri="{FF2B5EF4-FFF2-40B4-BE49-F238E27FC236}">
                <a16:creationId xmlns:a16="http://schemas.microsoft.com/office/drawing/2014/main" id="{BA25E18C-5B67-4BD6-B00C-4642E41FBC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7514" y="7416265"/>
            <a:ext cx="4139916" cy="5209288"/>
          </a:xfrm>
          <a:prstGeom prst="rect">
            <a:avLst/>
          </a:prstGeom>
        </p:spPr>
      </p:pic>
      <p:pic>
        <p:nvPicPr>
          <p:cNvPr id="18" name="Picture 8">
            <a:extLst>
              <a:ext uri="{FF2B5EF4-FFF2-40B4-BE49-F238E27FC236}">
                <a16:creationId xmlns:a16="http://schemas.microsoft.com/office/drawing/2014/main" id="{C682761C-FD01-4E1E-8E6F-F2F703CBFF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94420" y="11166461"/>
            <a:ext cx="2274357" cy="2596007"/>
          </a:xfrm>
          <a:prstGeom prst="rect">
            <a:avLst/>
          </a:prstGeom>
        </p:spPr>
      </p:pic>
      <p:pic>
        <p:nvPicPr>
          <p:cNvPr id="19" name="Image 18">
            <a:extLst>
              <a:ext uri="{FF2B5EF4-FFF2-40B4-BE49-F238E27FC236}">
                <a16:creationId xmlns:a16="http://schemas.microsoft.com/office/drawing/2014/main" id="{FE14F741-6296-4B46-87C8-8035EFA754CD}"/>
              </a:ext>
            </a:extLst>
          </p:cNvPr>
          <p:cNvPicPr>
            <a:picLocks noChangeAspect="1"/>
          </p:cNvPicPr>
          <p:nvPr/>
        </p:nvPicPr>
        <p:blipFill rotWithShape="1">
          <a:blip r:embed="rId5">
            <a:extLst>
              <a:ext uri="{28A0092B-C50C-407E-A947-70E740481C1C}">
                <a14:useLocalDpi xmlns:a14="http://schemas.microsoft.com/office/drawing/2010/main" val="0"/>
              </a:ext>
            </a:extLst>
          </a:blip>
          <a:srcRect l="4461" t="10298" r="1487" b="11442"/>
          <a:stretch/>
        </p:blipFill>
        <p:spPr>
          <a:xfrm>
            <a:off x="312019" y="9153788"/>
            <a:ext cx="2991854" cy="2489572"/>
          </a:xfrm>
          <a:prstGeom prst="rect">
            <a:avLst/>
          </a:prstGeom>
        </p:spPr>
      </p:pic>
      <p:pic>
        <p:nvPicPr>
          <p:cNvPr id="20" name="Image 19">
            <a:extLst>
              <a:ext uri="{FF2B5EF4-FFF2-40B4-BE49-F238E27FC236}">
                <a16:creationId xmlns:a16="http://schemas.microsoft.com/office/drawing/2014/main" id="{BABBBD1B-BFF3-490C-9784-BC1E88527D4B}"/>
              </a:ext>
            </a:extLst>
          </p:cNvPr>
          <p:cNvPicPr>
            <a:picLocks noChangeAspect="1"/>
          </p:cNvPicPr>
          <p:nvPr/>
        </p:nvPicPr>
        <p:blipFill rotWithShape="1">
          <a:blip r:embed="rId6">
            <a:extLst>
              <a:ext uri="{28A0092B-C50C-407E-A947-70E740481C1C}">
                <a14:useLocalDpi xmlns:a14="http://schemas.microsoft.com/office/drawing/2010/main" val="0"/>
              </a:ext>
            </a:extLst>
          </a:blip>
          <a:srcRect l="4882" t="8059" r="2723" b="10215"/>
          <a:stretch/>
        </p:blipFill>
        <p:spPr>
          <a:xfrm>
            <a:off x="8541619" y="8836899"/>
            <a:ext cx="3064042" cy="2710209"/>
          </a:xfrm>
          <a:prstGeom prst="rect">
            <a:avLst/>
          </a:prstGeom>
        </p:spPr>
      </p:pic>
      <p:pic>
        <p:nvPicPr>
          <p:cNvPr id="21" name="Image 20">
            <a:extLst>
              <a:ext uri="{FF2B5EF4-FFF2-40B4-BE49-F238E27FC236}">
                <a16:creationId xmlns:a16="http://schemas.microsoft.com/office/drawing/2014/main" id="{88509271-F7F9-408A-AFB4-A5D1D22D4A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41020" y="7761171"/>
            <a:ext cx="4692318" cy="4692318"/>
          </a:xfrm>
          <a:prstGeom prst="rect">
            <a:avLst/>
          </a:prstGeom>
        </p:spPr>
      </p:pic>
      <p:sp>
        <p:nvSpPr>
          <p:cNvPr id="22" name="TextBox 23">
            <a:extLst>
              <a:ext uri="{FF2B5EF4-FFF2-40B4-BE49-F238E27FC236}">
                <a16:creationId xmlns:a16="http://schemas.microsoft.com/office/drawing/2014/main" id="{213F300C-B551-4499-B322-0EBCAE057265}"/>
              </a:ext>
            </a:extLst>
          </p:cNvPr>
          <p:cNvSpPr txBox="1"/>
          <p:nvPr/>
        </p:nvSpPr>
        <p:spPr>
          <a:xfrm>
            <a:off x="4484654" y="1206689"/>
            <a:ext cx="3970449" cy="646331"/>
          </a:xfrm>
          <a:prstGeom prst="rect">
            <a:avLst/>
          </a:prstGeom>
          <a:noFill/>
        </p:spPr>
        <p:txBody>
          <a:bodyPr wrap="square" rtlCol="0">
            <a:spAutoFit/>
          </a:bodyPr>
          <a:lstStyle/>
          <a:p>
            <a:pPr>
              <a:spcBef>
                <a:spcPts val="1800"/>
              </a:spcBef>
              <a:spcAft>
                <a:spcPts val="1800"/>
              </a:spcAft>
            </a:pPr>
            <a:r>
              <a:rPr lang="fr-FR" sz="3600" b="1" dirty="0">
                <a:solidFill>
                  <a:srgbClr val="042552"/>
                </a:solidFill>
              </a:rPr>
              <a:t>General </a:t>
            </a:r>
            <a:r>
              <a:rPr lang="fr-FR" sz="3600" b="1" dirty="0" err="1">
                <a:solidFill>
                  <a:srgbClr val="042552"/>
                </a:solidFill>
              </a:rPr>
              <a:t>context</a:t>
            </a:r>
            <a:endParaRPr lang="fr-FR" sz="3600" b="1" dirty="0">
              <a:solidFill>
                <a:srgbClr val="042552"/>
              </a:solidFill>
            </a:endParaRPr>
          </a:p>
        </p:txBody>
      </p:sp>
      <p:sp>
        <p:nvSpPr>
          <p:cNvPr id="23" name="Rectangle 22">
            <a:extLst>
              <a:ext uri="{FF2B5EF4-FFF2-40B4-BE49-F238E27FC236}">
                <a16:creationId xmlns:a16="http://schemas.microsoft.com/office/drawing/2014/main" id="{2A58FE7E-36C1-4F8B-AD13-820453F01EF9}"/>
              </a:ext>
            </a:extLst>
          </p:cNvPr>
          <p:cNvSpPr/>
          <p:nvPr/>
        </p:nvSpPr>
        <p:spPr>
          <a:xfrm>
            <a:off x="12698297"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27" name="TextBox 31">
            <a:extLst>
              <a:ext uri="{FF2B5EF4-FFF2-40B4-BE49-F238E27FC236}">
                <a16:creationId xmlns:a16="http://schemas.microsoft.com/office/drawing/2014/main" id="{08764492-AA7A-4CBD-8549-F7E35FB36FDA}"/>
              </a:ext>
            </a:extLst>
          </p:cNvPr>
          <p:cNvSpPr txBox="1"/>
          <p:nvPr/>
        </p:nvSpPr>
        <p:spPr>
          <a:xfrm>
            <a:off x="-2659566" y="336236"/>
            <a:ext cx="2057736" cy="396905"/>
          </a:xfrm>
          <a:prstGeom prst="rect">
            <a:avLst/>
          </a:prstGeom>
          <a:solidFill>
            <a:schemeClr val="bg1"/>
          </a:solidFill>
        </p:spPr>
        <p:txBody>
          <a:bodyPr wrap="square" rtlCol="0">
            <a:spAutoFit/>
          </a:bodyPr>
          <a:lstStyle/>
          <a:p>
            <a:r>
              <a:rPr lang="en-US" sz="2000" b="1" dirty="0">
                <a:solidFill>
                  <a:srgbClr val="002060"/>
                </a:solidFill>
              </a:rPr>
              <a:t>PROBLÉMATIQUE</a:t>
            </a:r>
          </a:p>
        </p:txBody>
      </p:sp>
      <p:sp>
        <p:nvSpPr>
          <p:cNvPr id="28" name="TextBox 31">
            <a:extLst>
              <a:ext uri="{FF2B5EF4-FFF2-40B4-BE49-F238E27FC236}">
                <a16:creationId xmlns:a16="http://schemas.microsoft.com/office/drawing/2014/main" id="{09D707FD-9564-4303-8D79-B27871197933}"/>
              </a:ext>
            </a:extLst>
          </p:cNvPr>
          <p:cNvSpPr txBox="1"/>
          <p:nvPr/>
        </p:nvSpPr>
        <p:spPr>
          <a:xfrm>
            <a:off x="-2922007" y="334634"/>
            <a:ext cx="2793304" cy="400110"/>
          </a:xfrm>
          <a:prstGeom prst="rect">
            <a:avLst/>
          </a:prstGeom>
          <a:solidFill>
            <a:schemeClr val="bg1"/>
          </a:solidFill>
        </p:spPr>
        <p:txBody>
          <a:bodyPr wrap="square" rtlCol="0">
            <a:spAutoFit/>
          </a:bodyPr>
          <a:lstStyle/>
          <a:p>
            <a:r>
              <a:rPr lang="en-US" sz="2000" b="1" dirty="0">
                <a:solidFill>
                  <a:srgbClr val="002060"/>
                </a:solidFill>
              </a:rPr>
              <a:t>PROBLEM STATEMENT</a:t>
            </a:r>
          </a:p>
        </p:txBody>
      </p:sp>
      <p:pic>
        <p:nvPicPr>
          <p:cNvPr id="29" name="Picture 2" descr="Emergency ">
            <a:extLst>
              <a:ext uri="{FF2B5EF4-FFF2-40B4-BE49-F238E27FC236}">
                <a16:creationId xmlns:a16="http://schemas.microsoft.com/office/drawing/2014/main" id="{E067FFBF-EA43-4007-8C57-88DAB891B2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0099" y="7991208"/>
            <a:ext cx="1720242" cy="1720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124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859097"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2" name="Slide Number Placeholder 1"/>
          <p:cNvSpPr>
            <a:spLocks noGrp="1"/>
          </p:cNvSpPr>
          <p:nvPr>
            <p:ph type="sldNum" sz="quarter" idx="12"/>
          </p:nvPr>
        </p:nvSpPr>
        <p:spPr/>
        <p:txBody>
          <a:bodyPr/>
          <a:lstStyle/>
          <a:p>
            <a:fld id="{02383E7E-9DFE-4A1E-AEC2-D2E19E891C2C}" type="slidenum">
              <a:rPr lang="en-US" smtClean="0"/>
              <a:t>4</a:t>
            </a:fld>
            <a:endParaRPr lang="en-US" dirty="0"/>
          </a:p>
        </p:txBody>
      </p:sp>
      <p:sp>
        <p:nvSpPr>
          <p:cNvPr id="5" name="TextBox 31">
            <a:extLst>
              <a:ext uri="{FF2B5EF4-FFF2-40B4-BE49-F238E27FC236}">
                <a16:creationId xmlns:a16="http://schemas.microsoft.com/office/drawing/2014/main" id="{861185EB-0FB0-4670-8CCB-B693B9D0A30D}"/>
              </a:ext>
            </a:extLst>
          </p:cNvPr>
          <p:cNvSpPr txBox="1"/>
          <p:nvPr/>
        </p:nvSpPr>
        <p:spPr>
          <a:xfrm>
            <a:off x="1065793" y="334634"/>
            <a:ext cx="2793304" cy="400110"/>
          </a:xfrm>
          <a:prstGeom prst="rect">
            <a:avLst/>
          </a:prstGeom>
          <a:solidFill>
            <a:schemeClr val="bg1"/>
          </a:solidFill>
        </p:spPr>
        <p:txBody>
          <a:bodyPr wrap="square" rtlCol="0">
            <a:spAutoFit/>
          </a:bodyPr>
          <a:lstStyle/>
          <a:p>
            <a:r>
              <a:rPr lang="en-US" sz="2000" b="1" dirty="0">
                <a:solidFill>
                  <a:srgbClr val="002060"/>
                </a:solidFill>
              </a:rPr>
              <a:t>PROBLEM STATEMENT</a:t>
            </a:r>
          </a:p>
        </p:txBody>
      </p:sp>
      <p:sp>
        <p:nvSpPr>
          <p:cNvPr id="10" name="ZoneTexte 9">
            <a:extLst>
              <a:ext uri="{FF2B5EF4-FFF2-40B4-BE49-F238E27FC236}">
                <a16:creationId xmlns:a16="http://schemas.microsoft.com/office/drawing/2014/main" id="{D8C60A53-33D0-4D1E-A3A4-7B76460E492B}"/>
              </a:ext>
            </a:extLst>
          </p:cNvPr>
          <p:cNvSpPr txBox="1"/>
          <p:nvPr/>
        </p:nvSpPr>
        <p:spPr>
          <a:xfrm>
            <a:off x="1065793" y="1887901"/>
            <a:ext cx="10288007" cy="1289071"/>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How can a distributed system be designed to allow citizens to report emergency situations in real time, while ensuring fast, reliable, and scalable communication between multiple emergency response services such as police, fire, and medical units?</a:t>
            </a:r>
          </a:p>
        </p:txBody>
      </p:sp>
      <p:pic>
        <p:nvPicPr>
          <p:cNvPr id="1026" name="Picture 2" descr="Emergency ">
            <a:extLst>
              <a:ext uri="{FF2B5EF4-FFF2-40B4-BE49-F238E27FC236}">
                <a16:creationId xmlns:a16="http://schemas.microsoft.com/office/drawing/2014/main" id="{53BD0BB4-E635-469C-895C-C0D74C93CD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99" y="3470008"/>
            <a:ext cx="1720242" cy="172024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31">
            <a:extLst>
              <a:ext uri="{FF2B5EF4-FFF2-40B4-BE49-F238E27FC236}">
                <a16:creationId xmlns:a16="http://schemas.microsoft.com/office/drawing/2014/main" id="{F7F48B90-8C30-409D-8557-38546E213A3A}"/>
              </a:ext>
            </a:extLst>
          </p:cNvPr>
          <p:cNvSpPr txBox="1"/>
          <p:nvPr/>
        </p:nvSpPr>
        <p:spPr>
          <a:xfrm>
            <a:off x="-4192169" y="334634"/>
            <a:ext cx="3277770"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PROPOSED SOLUTIONS</a:t>
            </a:r>
          </a:p>
        </p:txBody>
      </p:sp>
      <p:sp>
        <p:nvSpPr>
          <p:cNvPr id="15" name="Rectangle 14">
            <a:extLst>
              <a:ext uri="{FF2B5EF4-FFF2-40B4-BE49-F238E27FC236}">
                <a16:creationId xmlns:a16="http://schemas.microsoft.com/office/drawing/2014/main" id="{D2F6907D-2049-4819-8B99-AAD74872B551}"/>
              </a:ext>
            </a:extLst>
          </p:cNvPr>
          <p:cNvSpPr/>
          <p:nvPr/>
        </p:nvSpPr>
        <p:spPr>
          <a:xfrm>
            <a:off x="12596697" y="6870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16" name="Picture 8" descr="Plan ">
            <a:extLst>
              <a:ext uri="{FF2B5EF4-FFF2-40B4-BE49-F238E27FC236}">
                <a16:creationId xmlns:a16="http://schemas.microsoft.com/office/drawing/2014/main" id="{F7E97FE4-4337-414F-86D7-F7DAE040CA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5400" y="4600318"/>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Emergency ">
            <a:extLst>
              <a:ext uri="{FF2B5EF4-FFF2-40B4-BE49-F238E27FC236}">
                <a16:creationId xmlns:a16="http://schemas.microsoft.com/office/drawing/2014/main" id="{28B3C5A6-9213-453F-AB72-81E88B49B3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57200" y="281940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Siren ">
            <a:extLst>
              <a:ext uri="{FF2B5EF4-FFF2-40B4-BE49-F238E27FC236}">
                <a16:creationId xmlns:a16="http://schemas.microsoft.com/office/drawing/2014/main" id="{2B26E35E-2C3E-42F6-AA63-459DBA55D7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33464" y="1038482"/>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31">
            <a:extLst>
              <a:ext uri="{FF2B5EF4-FFF2-40B4-BE49-F238E27FC236}">
                <a16:creationId xmlns:a16="http://schemas.microsoft.com/office/drawing/2014/main" id="{853B0B69-511C-45EF-96BB-E469A9CB950F}"/>
              </a:ext>
            </a:extLst>
          </p:cNvPr>
          <p:cNvSpPr txBox="1"/>
          <p:nvPr/>
        </p:nvSpPr>
        <p:spPr>
          <a:xfrm>
            <a:off x="-9012064" y="1038482"/>
            <a:ext cx="8473728" cy="4542718"/>
          </a:xfrm>
          <a:prstGeom prst="rect">
            <a:avLst/>
          </a:prstGeom>
          <a:solidFill>
            <a:schemeClr val="bg1"/>
          </a:solidFill>
          <a:ln>
            <a:solidFill>
              <a:schemeClr val="bg1"/>
            </a:solidFill>
          </a:ln>
        </p:spPr>
        <p:txBody>
          <a:bodyPr wrap="square" rtlCol="0">
            <a:spAutoFit/>
          </a:bodyPr>
          <a:lstStyle/>
          <a:p>
            <a:pPr>
              <a:lnSpc>
                <a:spcPct val="300000"/>
              </a:lnSpc>
            </a:pPr>
            <a:r>
              <a:rPr lang="en-US" sz="2000" dirty="0">
                <a:latin typeface="Times New Roman" panose="02020603050405020304" pitchFamily="18" charset="0"/>
                <a:cs typeface="Times New Roman" panose="02020603050405020304" pitchFamily="18" charset="0"/>
              </a:rPr>
              <a:t>1. Distributed System Architecture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2. Central Dispatcher for Intelligent Routing</a:t>
            </a:r>
          </a:p>
          <a:p>
            <a:pPr>
              <a:lnSpc>
                <a:spcPct val="300000"/>
              </a:lnSpc>
            </a:pPr>
            <a:r>
              <a:rPr lang="en-US" sz="2000" dirty="0">
                <a:latin typeface="Times New Roman" panose="02020603050405020304" pitchFamily="18" charset="0"/>
                <a:cs typeface="Times New Roman" panose="02020603050405020304" pitchFamily="18" charset="0"/>
              </a:rPr>
              <a:t>3. Remote Procedure Call (RPC) Communication</a:t>
            </a:r>
          </a:p>
          <a:p>
            <a:pPr>
              <a:lnSpc>
                <a:spcPct val="300000"/>
              </a:lnSpc>
            </a:pPr>
            <a:r>
              <a:rPr lang="en-US" sz="2000" dirty="0">
                <a:latin typeface="Times New Roman" panose="02020603050405020304" pitchFamily="18" charset="0"/>
                <a:cs typeface="Times New Roman" panose="02020603050405020304" pitchFamily="18" charset="0"/>
              </a:rPr>
              <a:t>4. Web-Based Alert Submission Interface</a:t>
            </a:r>
          </a:p>
          <a:p>
            <a:pPr>
              <a:lnSpc>
                <a:spcPct val="300000"/>
              </a:lnSpc>
            </a:pPr>
            <a:r>
              <a:rPr lang="en-US" sz="2000" dirty="0">
                <a:latin typeface="Times New Roman" panose="02020603050405020304" pitchFamily="18" charset="0"/>
                <a:cs typeface="Times New Roman" panose="02020603050405020304" pitchFamily="18" charset="0"/>
              </a:rPr>
              <a:t>5. Shared Relational Database</a:t>
            </a:r>
          </a:p>
        </p:txBody>
      </p:sp>
    </p:spTree>
    <p:extLst>
      <p:ext uri="{BB962C8B-B14F-4D97-AF65-F5344CB8AC3E}">
        <p14:creationId xmlns:p14="http://schemas.microsoft.com/office/powerpoint/2010/main" val="3778300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2383E7E-9DFE-4A1E-AEC2-D2E19E891C2C}" type="slidenum">
              <a:rPr lang="en-US" smtClean="0"/>
              <a:t>5</a:t>
            </a:fld>
            <a:endParaRPr lang="en-US" dirty="0"/>
          </a:p>
        </p:txBody>
      </p:sp>
      <p:sp>
        <p:nvSpPr>
          <p:cNvPr id="5" name="TextBox 31">
            <a:extLst>
              <a:ext uri="{FF2B5EF4-FFF2-40B4-BE49-F238E27FC236}">
                <a16:creationId xmlns:a16="http://schemas.microsoft.com/office/drawing/2014/main" id="{DF950683-9FAA-44C7-990B-37ACDF5DD127}"/>
              </a:ext>
            </a:extLst>
          </p:cNvPr>
          <p:cNvSpPr txBox="1"/>
          <p:nvPr/>
        </p:nvSpPr>
        <p:spPr>
          <a:xfrm>
            <a:off x="1218031" y="334634"/>
            <a:ext cx="3277770"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PROPOSED SOLUTIONS</a:t>
            </a:r>
          </a:p>
        </p:txBody>
      </p:sp>
      <p:sp>
        <p:nvSpPr>
          <p:cNvPr id="6" name="TextBox 31">
            <a:extLst>
              <a:ext uri="{FF2B5EF4-FFF2-40B4-BE49-F238E27FC236}">
                <a16:creationId xmlns:a16="http://schemas.microsoft.com/office/drawing/2014/main" id="{2C6C8B56-8A57-45E6-9D68-B6BE220D63E3}"/>
              </a:ext>
            </a:extLst>
          </p:cNvPr>
          <p:cNvSpPr txBox="1"/>
          <p:nvPr/>
        </p:nvSpPr>
        <p:spPr>
          <a:xfrm>
            <a:off x="1859136" y="1038482"/>
            <a:ext cx="8473728" cy="4542718"/>
          </a:xfrm>
          <a:prstGeom prst="rect">
            <a:avLst/>
          </a:prstGeom>
          <a:solidFill>
            <a:schemeClr val="bg1"/>
          </a:solidFill>
          <a:ln>
            <a:solidFill>
              <a:schemeClr val="bg1"/>
            </a:solidFill>
          </a:ln>
        </p:spPr>
        <p:txBody>
          <a:bodyPr wrap="square" rtlCol="0">
            <a:spAutoFit/>
          </a:bodyPr>
          <a:lstStyle/>
          <a:p>
            <a:pPr>
              <a:lnSpc>
                <a:spcPct val="300000"/>
              </a:lnSpc>
            </a:pPr>
            <a:r>
              <a:rPr lang="en-US" sz="2000" dirty="0">
                <a:latin typeface="Times New Roman" panose="02020603050405020304" pitchFamily="18" charset="0"/>
                <a:cs typeface="Times New Roman" panose="02020603050405020304" pitchFamily="18" charset="0"/>
              </a:rPr>
              <a:t>1. Distributed System Architecture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2. Central Dispatcher for Intelligent Routing</a:t>
            </a:r>
          </a:p>
          <a:p>
            <a:pPr>
              <a:lnSpc>
                <a:spcPct val="300000"/>
              </a:lnSpc>
            </a:pPr>
            <a:r>
              <a:rPr lang="en-US" sz="2000" dirty="0">
                <a:latin typeface="Times New Roman" panose="02020603050405020304" pitchFamily="18" charset="0"/>
                <a:cs typeface="Times New Roman" panose="02020603050405020304" pitchFamily="18" charset="0"/>
              </a:rPr>
              <a:t>3. Remote Procedure Call (RPC) Communication</a:t>
            </a:r>
          </a:p>
          <a:p>
            <a:pPr>
              <a:lnSpc>
                <a:spcPct val="300000"/>
              </a:lnSpc>
            </a:pPr>
            <a:r>
              <a:rPr lang="en-US" sz="2000" dirty="0">
                <a:latin typeface="Times New Roman" panose="02020603050405020304" pitchFamily="18" charset="0"/>
                <a:cs typeface="Times New Roman" panose="02020603050405020304" pitchFamily="18" charset="0"/>
              </a:rPr>
              <a:t>4. Web-Based Alert Submission Interface</a:t>
            </a:r>
          </a:p>
          <a:p>
            <a:pPr>
              <a:lnSpc>
                <a:spcPct val="300000"/>
              </a:lnSpc>
            </a:pPr>
            <a:r>
              <a:rPr lang="en-US" sz="2000" dirty="0">
                <a:latin typeface="Times New Roman" panose="02020603050405020304" pitchFamily="18" charset="0"/>
                <a:cs typeface="Times New Roman" panose="02020603050405020304" pitchFamily="18" charset="0"/>
              </a:rPr>
              <a:t>5. Shared Relational Database</a:t>
            </a:r>
          </a:p>
        </p:txBody>
      </p:sp>
      <p:sp>
        <p:nvSpPr>
          <p:cNvPr id="7" name="Rectangle 6">
            <a:extLst>
              <a:ext uri="{FF2B5EF4-FFF2-40B4-BE49-F238E27FC236}">
                <a16:creationId xmlns:a16="http://schemas.microsoft.com/office/drawing/2014/main" id="{36132A54-D249-46F1-8A3E-75B66EA1A85C}"/>
              </a:ext>
            </a:extLst>
          </p:cNvPr>
          <p:cNvSpPr/>
          <p:nvPr/>
        </p:nvSpPr>
        <p:spPr>
          <a:xfrm>
            <a:off x="3859097"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2050" name="Picture 2" descr="Siren ">
            <a:extLst>
              <a:ext uri="{FF2B5EF4-FFF2-40B4-BE49-F238E27FC236}">
                <a16:creationId xmlns:a16="http://schemas.microsoft.com/office/drawing/2014/main" id="{0F9D3ABA-F6BE-43DF-A947-C151E329B1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3264" y="1038482"/>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Emergency ">
            <a:extLst>
              <a:ext uri="{FF2B5EF4-FFF2-40B4-BE49-F238E27FC236}">
                <a16:creationId xmlns:a16="http://schemas.microsoft.com/office/drawing/2014/main" id="{172DAED4-E7E4-46A8-8718-C2664044D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281940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lan ">
            <a:extLst>
              <a:ext uri="{FF2B5EF4-FFF2-40B4-BE49-F238E27FC236}">
                <a16:creationId xmlns:a16="http://schemas.microsoft.com/office/drawing/2014/main" id="{738AC717-0342-4FB5-9FF8-A6347CADB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82200" y="4600318"/>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122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reeform: Shape 5">
            <a:extLst>
              <a:ext uri="{FF2B5EF4-FFF2-40B4-BE49-F238E27FC236}">
                <a16:creationId xmlns:a16="http://schemas.microsoft.com/office/drawing/2014/main" id="{FB420FA5-C008-4695-ACFD-EC21AFBFEE9F}"/>
              </a:ext>
            </a:extLst>
          </p:cNvPr>
          <p:cNvSpPr/>
          <p:nvPr/>
        </p:nvSpPr>
        <p:spPr>
          <a:xfrm>
            <a:off x="4183781" y="-28575"/>
            <a:ext cx="57150" cy="6915150"/>
          </a:xfrm>
          <a:custGeom>
            <a:avLst/>
            <a:gdLst>
              <a:gd name="connsiteX0" fmla="*/ 28575 w 57150"/>
              <a:gd name="connsiteY0" fmla="*/ 28575 h 6915150"/>
              <a:gd name="connsiteX1" fmla="*/ 28575 w 57150"/>
              <a:gd name="connsiteY1" fmla="*/ 6886575 h 6915150"/>
            </a:gdLst>
            <a:ahLst/>
            <a:cxnLst>
              <a:cxn ang="0">
                <a:pos x="connsiteX0" y="connsiteY0"/>
              </a:cxn>
              <a:cxn ang="0">
                <a:pos x="connsiteX1" y="connsiteY1"/>
              </a:cxn>
            </a:cxnLst>
            <a:rect l="l" t="t" r="r" b="b"/>
            <a:pathLst>
              <a:path w="57150" h="6915150">
                <a:moveTo>
                  <a:pt x="28575" y="28575"/>
                </a:moveTo>
                <a:lnTo>
                  <a:pt x="28575" y="6886575"/>
                </a:lnTo>
              </a:path>
            </a:pathLst>
          </a:custGeom>
          <a:ln w="38100" cap="flat">
            <a:solidFill>
              <a:srgbClr val="042552"/>
            </a:solidFill>
            <a:prstDash val="solid"/>
            <a:miter/>
          </a:ln>
        </p:spPr>
        <p:txBody>
          <a:bodyPr rtlCol="0" anchor="ctr"/>
          <a:lstStyle/>
          <a:p>
            <a:endParaRPr lang="en-US" sz="3598"/>
          </a:p>
        </p:txBody>
      </p:sp>
      <p:sp>
        <p:nvSpPr>
          <p:cNvPr id="88" name="Freeform: Shape 87">
            <a:extLst>
              <a:ext uri="{FF2B5EF4-FFF2-40B4-BE49-F238E27FC236}">
                <a16:creationId xmlns:a16="http://schemas.microsoft.com/office/drawing/2014/main" id="{CA511FB9-8ED9-4E1C-895E-DCB4DA0204CC}"/>
              </a:ext>
            </a:extLst>
          </p:cNvPr>
          <p:cNvSpPr/>
          <p:nvPr/>
        </p:nvSpPr>
        <p:spPr>
          <a:xfrm>
            <a:off x="11238930" y="894351"/>
            <a:ext cx="190500" cy="190500"/>
          </a:xfrm>
          <a:custGeom>
            <a:avLst/>
            <a:gdLst>
              <a:gd name="connsiteX0" fmla="*/ 183928 w 190500"/>
              <a:gd name="connsiteY0" fmla="*/ 95536 h 190500"/>
              <a:gd name="connsiteX1" fmla="*/ 95535 w 190500"/>
              <a:gd name="connsiteY1" fmla="*/ 183928 h 190500"/>
              <a:gd name="connsiteX2" fmla="*/ 7143 w 190500"/>
              <a:gd name="connsiteY2" fmla="*/ 95536 h 190500"/>
              <a:gd name="connsiteX3" fmla="*/ 95535 w 190500"/>
              <a:gd name="connsiteY3" fmla="*/ 7144 h 190500"/>
              <a:gd name="connsiteX4" fmla="*/ 183928 w 190500"/>
              <a:gd name="connsiteY4" fmla="*/ 95536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83928" y="95536"/>
                </a:moveTo>
                <a:cubicBezTo>
                  <a:pt x="183928" y="144353"/>
                  <a:pt x="144353" y="183928"/>
                  <a:pt x="95535" y="183928"/>
                </a:cubicBezTo>
                <a:cubicBezTo>
                  <a:pt x="46718" y="183928"/>
                  <a:pt x="7143" y="144353"/>
                  <a:pt x="7143" y="95536"/>
                </a:cubicBezTo>
                <a:cubicBezTo>
                  <a:pt x="7143" y="46718"/>
                  <a:pt x="46718" y="7144"/>
                  <a:pt x="95535" y="7144"/>
                </a:cubicBezTo>
                <a:cubicBezTo>
                  <a:pt x="144353" y="7144"/>
                  <a:pt x="183928" y="46718"/>
                  <a:pt x="183928" y="95536"/>
                </a:cubicBezTo>
                <a:close/>
              </a:path>
            </a:pathLst>
          </a:custGeom>
          <a:solidFill>
            <a:schemeClr val="accent2">
              <a:lumMod val="60000"/>
              <a:lumOff val="40000"/>
            </a:schemeClr>
          </a:solidFill>
          <a:ln w="9525" cap="flat">
            <a:noFill/>
            <a:prstDash val="solid"/>
            <a:miter/>
          </a:ln>
        </p:spPr>
        <p:txBody>
          <a:bodyPr rtlCol="0" anchor="ctr"/>
          <a:lstStyle/>
          <a:p>
            <a:endParaRPr lang="en-US" sz="3598" dirty="0"/>
          </a:p>
        </p:txBody>
      </p:sp>
      <p:sp>
        <p:nvSpPr>
          <p:cNvPr id="89" name="Freeform: Shape 88">
            <a:extLst>
              <a:ext uri="{FF2B5EF4-FFF2-40B4-BE49-F238E27FC236}">
                <a16:creationId xmlns:a16="http://schemas.microsoft.com/office/drawing/2014/main" id="{50F2AECE-4F95-4A67-A7AC-0745E569C6DB}"/>
              </a:ext>
            </a:extLst>
          </p:cNvPr>
          <p:cNvSpPr/>
          <p:nvPr/>
        </p:nvSpPr>
        <p:spPr>
          <a:xfrm>
            <a:off x="7921658" y="6370749"/>
            <a:ext cx="190500" cy="190500"/>
          </a:xfrm>
          <a:custGeom>
            <a:avLst/>
            <a:gdLst>
              <a:gd name="connsiteX0" fmla="*/ 183928 w 190500"/>
              <a:gd name="connsiteY0" fmla="*/ 95536 h 190500"/>
              <a:gd name="connsiteX1" fmla="*/ 95535 w 190500"/>
              <a:gd name="connsiteY1" fmla="*/ 183928 h 190500"/>
              <a:gd name="connsiteX2" fmla="*/ 7143 w 190500"/>
              <a:gd name="connsiteY2" fmla="*/ 95536 h 190500"/>
              <a:gd name="connsiteX3" fmla="*/ 95535 w 190500"/>
              <a:gd name="connsiteY3" fmla="*/ 7144 h 190500"/>
              <a:gd name="connsiteX4" fmla="*/ 183928 w 190500"/>
              <a:gd name="connsiteY4" fmla="*/ 95536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83928" y="95536"/>
                </a:moveTo>
                <a:cubicBezTo>
                  <a:pt x="183928" y="144353"/>
                  <a:pt x="144353" y="183928"/>
                  <a:pt x="95535" y="183928"/>
                </a:cubicBezTo>
                <a:cubicBezTo>
                  <a:pt x="46718" y="183928"/>
                  <a:pt x="7143" y="144354"/>
                  <a:pt x="7143" y="95536"/>
                </a:cubicBezTo>
                <a:cubicBezTo>
                  <a:pt x="7143" y="46719"/>
                  <a:pt x="46717" y="7144"/>
                  <a:pt x="95535" y="7144"/>
                </a:cubicBezTo>
                <a:cubicBezTo>
                  <a:pt x="144353" y="7144"/>
                  <a:pt x="183928" y="46718"/>
                  <a:pt x="183928" y="95536"/>
                </a:cubicBezTo>
                <a:close/>
              </a:path>
            </a:pathLst>
          </a:custGeom>
          <a:solidFill>
            <a:schemeClr val="accent2">
              <a:lumMod val="60000"/>
              <a:lumOff val="40000"/>
            </a:schemeClr>
          </a:solidFill>
          <a:ln w="9525" cap="flat">
            <a:noFill/>
            <a:prstDash val="solid"/>
            <a:miter/>
          </a:ln>
        </p:spPr>
        <p:txBody>
          <a:bodyPr rtlCol="0" anchor="ctr"/>
          <a:lstStyle/>
          <a:p>
            <a:endParaRPr lang="en-US" sz="3598" dirty="0"/>
          </a:p>
        </p:txBody>
      </p:sp>
      <p:sp>
        <p:nvSpPr>
          <p:cNvPr id="56" name="Freeform: Shape 9">
            <a:extLst>
              <a:ext uri="{FF2B5EF4-FFF2-40B4-BE49-F238E27FC236}">
                <a16:creationId xmlns:a16="http://schemas.microsoft.com/office/drawing/2014/main" id="{915F5D2E-32D7-4A6C-9B15-095DA837528F}"/>
              </a:ext>
            </a:extLst>
          </p:cNvPr>
          <p:cNvSpPr/>
          <p:nvPr/>
        </p:nvSpPr>
        <p:spPr>
          <a:xfrm>
            <a:off x="4084712" y="1588130"/>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bg1">
              <a:lumMod val="75000"/>
            </a:schemeClr>
          </a:solidFill>
          <a:ln w="9525" cap="flat">
            <a:noFill/>
            <a:prstDash val="solid"/>
            <a:miter/>
          </a:ln>
        </p:spPr>
        <p:txBody>
          <a:bodyPr rtlCol="0" anchor="ctr"/>
          <a:lstStyle/>
          <a:p>
            <a:endParaRPr lang="en-US" sz="3598">
              <a:solidFill>
                <a:schemeClr val="accent3"/>
              </a:solidFill>
            </a:endParaRPr>
          </a:p>
        </p:txBody>
      </p:sp>
      <p:sp>
        <p:nvSpPr>
          <p:cNvPr id="59" name="TextBox 58">
            <a:extLst>
              <a:ext uri="{FF2B5EF4-FFF2-40B4-BE49-F238E27FC236}">
                <a16:creationId xmlns:a16="http://schemas.microsoft.com/office/drawing/2014/main" id="{4F961D8E-A133-4206-9086-807B48C7560D}"/>
              </a:ext>
            </a:extLst>
          </p:cNvPr>
          <p:cNvSpPr txBox="1"/>
          <p:nvPr/>
        </p:nvSpPr>
        <p:spPr>
          <a:xfrm>
            <a:off x="3315776" y="1439764"/>
            <a:ext cx="641823" cy="523092"/>
          </a:xfrm>
          <a:prstGeom prst="rect">
            <a:avLst/>
          </a:prstGeom>
          <a:noFill/>
        </p:spPr>
        <p:txBody>
          <a:bodyPr wrap="square" rtlCol="0">
            <a:spAutoFit/>
          </a:bodyPr>
          <a:lstStyle/>
          <a:p>
            <a:pPr algn="ctr"/>
            <a:r>
              <a:rPr lang="en-US" sz="2799" b="1" dirty="0">
                <a:solidFill>
                  <a:schemeClr val="bg1">
                    <a:lumMod val="65000"/>
                  </a:schemeClr>
                </a:solidFill>
              </a:rPr>
              <a:t>01</a:t>
            </a:r>
          </a:p>
        </p:txBody>
      </p:sp>
      <p:sp>
        <p:nvSpPr>
          <p:cNvPr id="60" name="TextBox 59">
            <a:extLst>
              <a:ext uri="{FF2B5EF4-FFF2-40B4-BE49-F238E27FC236}">
                <a16:creationId xmlns:a16="http://schemas.microsoft.com/office/drawing/2014/main" id="{2A0801D1-C4A2-4C15-823D-4CCE378B5BED}"/>
              </a:ext>
            </a:extLst>
          </p:cNvPr>
          <p:cNvSpPr txBox="1"/>
          <p:nvPr/>
        </p:nvSpPr>
        <p:spPr>
          <a:xfrm>
            <a:off x="4459474" y="1378208"/>
            <a:ext cx="5852926" cy="615553"/>
          </a:xfrm>
          <a:prstGeom prst="rect">
            <a:avLst/>
          </a:prstGeom>
          <a:noFill/>
        </p:spPr>
        <p:txBody>
          <a:bodyPr wrap="square" rtlCol="0">
            <a:spAutoFit/>
          </a:bodyPr>
          <a:lstStyle/>
          <a:p>
            <a:pPr>
              <a:spcBef>
                <a:spcPts val="1800"/>
              </a:spcBef>
              <a:spcAft>
                <a:spcPts val="1800"/>
              </a:spcAft>
            </a:pPr>
            <a:r>
              <a:rPr lang="fr-FR" sz="3400" b="1" dirty="0">
                <a:solidFill>
                  <a:schemeClr val="bg1">
                    <a:lumMod val="65000"/>
                  </a:schemeClr>
                </a:solidFill>
              </a:rPr>
              <a:t>General </a:t>
            </a:r>
            <a:r>
              <a:rPr lang="fr-FR" sz="3400" b="1" dirty="0" err="1">
                <a:solidFill>
                  <a:schemeClr val="bg1">
                    <a:lumMod val="65000"/>
                  </a:schemeClr>
                </a:solidFill>
              </a:rPr>
              <a:t>Context</a:t>
            </a:r>
            <a:endParaRPr lang="fr-FR" sz="3400" b="1" dirty="0">
              <a:solidFill>
                <a:schemeClr val="bg1">
                  <a:lumMod val="65000"/>
                </a:schemeClr>
              </a:solidFill>
            </a:endParaRPr>
          </a:p>
        </p:txBody>
      </p:sp>
      <p:sp>
        <p:nvSpPr>
          <p:cNvPr id="15" name="Freeform: Shape 8">
            <a:extLst>
              <a:ext uri="{FF2B5EF4-FFF2-40B4-BE49-F238E27FC236}">
                <a16:creationId xmlns:a16="http://schemas.microsoft.com/office/drawing/2014/main" id="{8E6FC1B5-7BFB-4AF8-B3DF-AFAC747D22E8}"/>
              </a:ext>
            </a:extLst>
          </p:cNvPr>
          <p:cNvSpPr/>
          <p:nvPr/>
        </p:nvSpPr>
        <p:spPr>
          <a:xfrm>
            <a:off x="4084713" y="2970373"/>
            <a:ext cx="247650" cy="246302"/>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accent2">
              <a:lumMod val="60000"/>
              <a:lumOff val="40000"/>
            </a:schemeClr>
          </a:solidFill>
          <a:ln w="9525" cap="flat">
            <a:noFill/>
            <a:prstDash val="solid"/>
            <a:miter/>
          </a:ln>
        </p:spPr>
        <p:txBody>
          <a:bodyPr rtlCol="0" anchor="ctr"/>
          <a:lstStyle/>
          <a:p>
            <a:endParaRPr lang="en-US" sz="3598"/>
          </a:p>
        </p:txBody>
      </p:sp>
      <p:sp>
        <p:nvSpPr>
          <p:cNvPr id="16" name="TextBox 15">
            <a:extLst>
              <a:ext uri="{FF2B5EF4-FFF2-40B4-BE49-F238E27FC236}">
                <a16:creationId xmlns:a16="http://schemas.microsoft.com/office/drawing/2014/main" id="{A757CB6A-827E-4501-9278-F7FB6CE48591}"/>
              </a:ext>
            </a:extLst>
          </p:cNvPr>
          <p:cNvSpPr txBox="1"/>
          <p:nvPr/>
        </p:nvSpPr>
        <p:spPr>
          <a:xfrm>
            <a:off x="3315777" y="2802610"/>
            <a:ext cx="641823" cy="523092"/>
          </a:xfrm>
          <a:prstGeom prst="rect">
            <a:avLst/>
          </a:prstGeom>
          <a:noFill/>
        </p:spPr>
        <p:txBody>
          <a:bodyPr wrap="square" rtlCol="0">
            <a:spAutoFit/>
          </a:bodyPr>
          <a:lstStyle/>
          <a:p>
            <a:pPr algn="ctr"/>
            <a:r>
              <a:rPr lang="en-US" sz="2799" b="1" dirty="0">
                <a:solidFill>
                  <a:srgbClr val="042552"/>
                </a:solidFill>
              </a:rPr>
              <a:t>02</a:t>
            </a:r>
          </a:p>
        </p:txBody>
      </p:sp>
      <p:sp>
        <p:nvSpPr>
          <p:cNvPr id="17" name="TextBox 16">
            <a:extLst>
              <a:ext uri="{FF2B5EF4-FFF2-40B4-BE49-F238E27FC236}">
                <a16:creationId xmlns:a16="http://schemas.microsoft.com/office/drawing/2014/main" id="{19D2DB27-AA07-421E-8032-2A2A2DB858A2}"/>
              </a:ext>
            </a:extLst>
          </p:cNvPr>
          <p:cNvSpPr txBox="1"/>
          <p:nvPr/>
        </p:nvSpPr>
        <p:spPr>
          <a:xfrm>
            <a:off x="4459474" y="2756444"/>
            <a:ext cx="6779457" cy="584775"/>
          </a:xfrm>
          <a:prstGeom prst="rect">
            <a:avLst/>
          </a:prstGeom>
          <a:noFill/>
        </p:spPr>
        <p:txBody>
          <a:bodyPr wrap="square" rtlCol="0">
            <a:spAutoFit/>
          </a:bodyPr>
          <a:lstStyle/>
          <a:p>
            <a:r>
              <a:rPr lang="fr-FR" sz="3200" b="1" dirty="0" err="1">
                <a:solidFill>
                  <a:srgbClr val="002060"/>
                </a:solidFill>
              </a:rPr>
              <a:t>Analysis</a:t>
            </a:r>
            <a:r>
              <a:rPr lang="fr-FR" sz="3200" b="1" dirty="0">
                <a:solidFill>
                  <a:srgbClr val="002060"/>
                </a:solidFill>
              </a:rPr>
              <a:t> and Conception</a:t>
            </a:r>
            <a:endParaRPr lang="fr-FR" sz="3400" b="1" dirty="0">
              <a:solidFill>
                <a:srgbClr val="042552"/>
              </a:solidFill>
            </a:endParaRPr>
          </a:p>
        </p:txBody>
      </p:sp>
      <p:sp>
        <p:nvSpPr>
          <p:cNvPr id="2" name="Slide Number Placeholder 1"/>
          <p:cNvSpPr>
            <a:spLocks noGrp="1"/>
          </p:cNvSpPr>
          <p:nvPr>
            <p:ph type="sldNum" sz="quarter" idx="12"/>
          </p:nvPr>
        </p:nvSpPr>
        <p:spPr/>
        <p:txBody>
          <a:bodyPr/>
          <a:lstStyle/>
          <a:p>
            <a:fld id="{02383E7E-9DFE-4A1E-AEC2-D2E19E891C2C}" type="slidenum">
              <a:rPr lang="en-US" smtClean="0"/>
              <a:t>6</a:t>
            </a:fld>
            <a:endParaRPr lang="en-US" dirty="0"/>
          </a:p>
        </p:txBody>
      </p:sp>
      <p:pic>
        <p:nvPicPr>
          <p:cNvPr id="19" name="!!image">
            <a:extLst>
              <a:ext uri="{FF2B5EF4-FFF2-40B4-BE49-F238E27FC236}">
                <a16:creationId xmlns:a16="http://schemas.microsoft.com/office/drawing/2014/main" id="{29BF809F-F820-40C8-8F00-DB92FFC021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1666" y="7597742"/>
            <a:ext cx="6953813" cy="6301138"/>
          </a:xfrm>
          <a:prstGeom prst="rect">
            <a:avLst/>
          </a:prstGeom>
        </p:spPr>
      </p:pic>
      <p:grpSp>
        <p:nvGrpSpPr>
          <p:cNvPr id="21" name="Group 13">
            <a:extLst>
              <a:ext uri="{FF2B5EF4-FFF2-40B4-BE49-F238E27FC236}">
                <a16:creationId xmlns:a16="http://schemas.microsoft.com/office/drawing/2014/main" id="{F62E3DD5-CDDF-4B9C-AD71-E22774BC1636}"/>
              </a:ext>
            </a:extLst>
          </p:cNvPr>
          <p:cNvGrpSpPr/>
          <p:nvPr/>
        </p:nvGrpSpPr>
        <p:grpSpPr>
          <a:xfrm>
            <a:off x="2590575" y="8479628"/>
            <a:ext cx="2516292" cy="2861187"/>
            <a:chOff x="-4797334" y="2060250"/>
            <a:chExt cx="2516292" cy="2861187"/>
          </a:xfrm>
        </p:grpSpPr>
        <p:sp>
          <p:nvSpPr>
            <p:cNvPr id="22" name="TextBox 14">
              <a:extLst>
                <a:ext uri="{FF2B5EF4-FFF2-40B4-BE49-F238E27FC236}">
                  <a16:creationId xmlns:a16="http://schemas.microsoft.com/office/drawing/2014/main" id="{E15429BB-A8FB-48BF-A4AD-FDB70702E73D}"/>
                </a:ext>
              </a:extLst>
            </p:cNvPr>
            <p:cNvSpPr txBox="1"/>
            <p:nvPr/>
          </p:nvSpPr>
          <p:spPr>
            <a:xfrm>
              <a:off x="-4174629" y="4459772"/>
              <a:ext cx="1503889" cy="461665"/>
            </a:xfrm>
            <a:prstGeom prst="rect">
              <a:avLst/>
            </a:prstGeom>
            <a:noFill/>
          </p:spPr>
          <p:txBody>
            <a:bodyPr wrap="square" rtlCol="0">
              <a:spAutoFit/>
            </a:bodyPr>
            <a:lstStyle/>
            <a:p>
              <a:r>
                <a:rPr lang="en-US" sz="2400" b="1" dirty="0">
                  <a:solidFill>
                    <a:srgbClr val="042552"/>
                  </a:solidFill>
                </a:rPr>
                <a:t>ÉTUDIANT</a:t>
              </a:r>
            </a:p>
          </p:txBody>
        </p:sp>
        <p:pic>
          <p:nvPicPr>
            <p:cNvPr id="23" name="Picture 15">
              <a:extLst>
                <a:ext uri="{FF2B5EF4-FFF2-40B4-BE49-F238E27FC236}">
                  <a16:creationId xmlns:a16="http://schemas.microsoft.com/office/drawing/2014/main" id="{40046C39-DF50-4FC7-8C1D-8A727CC280D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797334" y="2060250"/>
              <a:ext cx="2516292" cy="2423742"/>
            </a:xfrm>
            <a:prstGeom prst="rect">
              <a:avLst/>
            </a:prstGeom>
          </p:spPr>
        </p:pic>
      </p:grpSp>
      <p:pic>
        <p:nvPicPr>
          <p:cNvPr id="24" name="Image 23">
            <a:extLst>
              <a:ext uri="{FF2B5EF4-FFF2-40B4-BE49-F238E27FC236}">
                <a16:creationId xmlns:a16="http://schemas.microsoft.com/office/drawing/2014/main" id="{7770683B-E971-4E47-81AF-49E39E3A74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5685" y="8048454"/>
            <a:ext cx="3589421" cy="3589421"/>
          </a:xfrm>
          <a:prstGeom prst="rect">
            <a:avLst/>
          </a:prstGeom>
        </p:spPr>
      </p:pic>
      <p:sp>
        <p:nvSpPr>
          <p:cNvPr id="25" name="TextBox 31">
            <a:extLst>
              <a:ext uri="{FF2B5EF4-FFF2-40B4-BE49-F238E27FC236}">
                <a16:creationId xmlns:a16="http://schemas.microsoft.com/office/drawing/2014/main" id="{43292A6F-CC8C-4187-971F-40F1A9A5B7AD}"/>
              </a:ext>
            </a:extLst>
          </p:cNvPr>
          <p:cNvSpPr txBox="1"/>
          <p:nvPr/>
        </p:nvSpPr>
        <p:spPr>
          <a:xfrm>
            <a:off x="627970" y="-842834"/>
            <a:ext cx="3277770"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SOLUTIONS PROPOSÉES : </a:t>
            </a:r>
          </a:p>
        </p:txBody>
      </p:sp>
      <p:sp>
        <p:nvSpPr>
          <p:cNvPr id="26" name="Rectangle 25">
            <a:extLst>
              <a:ext uri="{FF2B5EF4-FFF2-40B4-BE49-F238E27FC236}">
                <a16:creationId xmlns:a16="http://schemas.microsoft.com/office/drawing/2014/main" id="{3A590DA5-68DE-4B83-A8B0-08711E724F52}"/>
              </a:ext>
            </a:extLst>
          </p:cNvPr>
          <p:cNvSpPr/>
          <p:nvPr/>
        </p:nvSpPr>
        <p:spPr>
          <a:xfrm>
            <a:off x="13312987" y="396171"/>
            <a:ext cx="7220836" cy="6965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20" name="Rectangle 19">
            <a:extLst>
              <a:ext uri="{FF2B5EF4-FFF2-40B4-BE49-F238E27FC236}">
                <a16:creationId xmlns:a16="http://schemas.microsoft.com/office/drawing/2014/main" id="{A063ACEF-A2E8-44D3-B179-22DE4E3485B5}"/>
              </a:ext>
            </a:extLst>
          </p:cNvPr>
          <p:cNvSpPr/>
          <p:nvPr/>
        </p:nvSpPr>
        <p:spPr>
          <a:xfrm>
            <a:off x="13587297"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27" name="Image 26">
            <a:extLst>
              <a:ext uri="{FF2B5EF4-FFF2-40B4-BE49-F238E27FC236}">
                <a16:creationId xmlns:a16="http://schemas.microsoft.com/office/drawing/2014/main" id="{B5F1B7B8-71C5-4106-83E6-6156876E1580}"/>
              </a:ext>
            </a:extLst>
          </p:cNvPr>
          <p:cNvPicPr>
            <a:picLocks noChangeAspect="1"/>
          </p:cNvPicPr>
          <p:nvPr/>
        </p:nvPicPr>
        <p:blipFill rotWithShape="1">
          <a:blip r:embed="rId5"/>
          <a:srcRect t="744" b="-1"/>
          <a:stretch/>
        </p:blipFill>
        <p:spPr>
          <a:xfrm>
            <a:off x="13592131" y="620790"/>
            <a:ext cx="7766137" cy="6100686"/>
          </a:xfrm>
          <a:prstGeom prst="rect">
            <a:avLst/>
          </a:prstGeom>
        </p:spPr>
      </p:pic>
      <p:sp>
        <p:nvSpPr>
          <p:cNvPr id="28" name="TextBox 31">
            <a:extLst>
              <a:ext uri="{FF2B5EF4-FFF2-40B4-BE49-F238E27FC236}">
                <a16:creationId xmlns:a16="http://schemas.microsoft.com/office/drawing/2014/main" id="{7EC29785-7310-4A7E-9E94-7673958CCD07}"/>
              </a:ext>
            </a:extLst>
          </p:cNvPr>
          <p:cNvSpPr txBox="1"/>
          <p:nvPr/>
        </p:nvSpPr>
        <p:spPr>
          <a:xfrm>
            <a:off x="-3088673" y="334634"/>
            <a:ext cx="2680570"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USE CASE DIAGRAM</a:t>
            </a:r>
          </a:p>
        </p:txBody>
      </p:sp>
    </p:spTree>
    <p:extLst>
      <p:ext uri="{BB962C8B-B14F-4D97-AF65-F5344CB8AC3E}">
        <p14:creationId xmlns:p14="http://schemas.microsoft.com/office/powerpoint/2010/main" val="793047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2383E7E-9DFE-4A1E-AEC2-D2E19E891C2C}" type="slidenum">
              <a:rPr lang="en-US" smtClean="0"/>
              <a:t>7</a:t>
            </a:fld>
            <a:endParaRPr lang="en-US" dirty="0"/>
          </a:p>
        </p:txBody>
      </p:sp>
      <p:sp>
        <p:nvSpPr>
          <p:cNvPr id="6" name="Rectangle 5">
            <a:extLst>
              <a:ext uri="{FF2B5EF4-FFF2-40B4-BE49-F238E27FC236}">
                <a16:creationId xmlns:a16="http://schemas.microsoft.com/office/drawing/2014/main" id="{D6790B23-5507-40F9-ADAF-D6CF04947AAD}"/>
              </a:ext>
            </a:extLst>
          </p:cNvPr>
          <p:cNvSpPr/>
          <p:nvPr/>
        </p:nvSpPr>
        <p:spPr>
          <a:xfrm>
            <a:off x="3859097"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9" name="TextBox 31">
            <a:extLst>
              <a:ext uri="{FF2B5EF4-FFF2-40B4-BE49-F238E27FC236}">
                <a16:creationId xmlns:a16="http://schemas.microsoft.com/office/drawing/2014/main" id="{D38FCBEF-CC03-4F3C-B0F8-93A7C57BCFD1}"/>
              </a:ext>
            </a:extLst>
          </p:cNvPr>
          <p:cNvSpPr txBox="1"/>
          <p:nvPr/>
        </p:nvSpPr>
        <p:spPr>
          <a:xfrm>
            <a:off x="1178527" y="334634"/>
            <a:ext cx="2680570"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USE CASE DIAGRAM</a:t>
            </a:r>
          </a:p>
        </p:txBody>
      </p:sp>
      <p:pic>
        <p:nvPicPr>
          <p:cNvPr id="4" name="Image 3">
            <a:extLst>
              <a:ext uri="{FF2B5EF4-FFF2-40B4-BE49-F238E27FC236}">
                <a16:creationId xmlns:a16="http://schemas.microsoft.com/office/drawing/2014/main" id="{206A6C3D-D5E6-4A5F-9138-FD517F8566D7}"/>
              </a:ext>
            </a:extLst>
          </p:cNvPr>
          <p:cNvPicPr>
            <a:picLocks noChangeAspect="1"/>
          </p:cNvPicPr>
          <p:nvPr/>
        </p:nvPicPr>
        <p:blipFill rotWithShape="1">
          <a:blip r:embed="rId2"/>
          <a:srcRect t="744" b="-1"/>
          <a:stretch/>
        </p:blipFill>
        <p:spPr>
          <a:xfrm>
            <a:off x="2212931" y="620790"/>
            <a:ext cx="7766137" cy="6100686"/>
          </a:xfrm>
          <a:prstGeom prst="rect">
            <a:avLst/>
          </a:prstGeom>
        </p:spPr>
      </p:pic>
      <p:sp>
        <p:nvSpPr>
          <p:cNvPr id="10" name="Rectangle 9">
            <a:extLst>
              <a:ext uri="{FF2B5EF4-FFF2-40B4-BE49-F238E27FC236}">
                <a16:creationId xmlns:a16="http://schemas.microsoft.com/office/drawing/2014/main" id="{500F3C44-E576-4580-8F07-2C22DA0EA617}"/>
              </a:ext>
            </a:extLst>
          </p:cNvPr>
          <p:cNvSpPr/>
          <p:nvPr/>
        </p:nvSpPr>
        <p:spPr>
          <a:xfrm>
            <a:off x="12567813" y="6870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11" name="TextBox 31">
            <a:extLst>
              <a:ext uri="{FF2B5EF4-FFF2-40B4-BE49-F238E27FC236}">
                <a16:creationId xmlns:a16="http://schemas.microsoft.com/office/drawing/2014/main" id="{96FA055B-C2D8-4899-A9AD-27F823B0D5D2}"/>
              </a:ext>
            </a:extLst>
          </p:cNvPr>
          <p:cNvSpPr txBox="1"/>
          <p:nvPr/>
        </p:nvSpPr>
        <p:spPr>
          <a:xfrm>
            <a:off x="-2728898" y="334634"/>
            <a:ext cx="1978032"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CLASS DIAGRAM</a:t>
            </a:r>
          </a:p>
        </p:txBody>
      </p:sp>
      <p:sp>
        <p:nvSpPr>
          <p:cNvPr id="13" name="Rectangle 12">
            <a:extLst>
              <a:ext uri="{FF2B5EF4-FFF2-40B4-BE49-F238E27FC236}">
                <a16:creationId xmlns:a16="http://schemas.microsoft.com/office/drawing/2014/main" id="{FA10B584-F3FC-4074-A41F-4C836383D68A}"/>
              </a:ext>
            </a:extLst>
          </p:cNvPr>
          <p:cNvSpPr/>
          <p:nvPr/>
        </p:nvSpPr>
        <p:spPr>
          <a:xfrm>
            <a:off x="13321119"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14" name="Image 13">
            <a:extLst>
              <a:ext uri="{FF2B5EF4-FFF2-40B4-BE49-F238E27FC236}">
                <a16:creationId xmlns:a16="http://schemas.microsoft.com/office/drawing/2014/main" id="{02F6C1B6-83F8-4CE9-BEEA-FDF912143DCB}"/>
              </a:ext>
            </a:extLst>
          </p:cNvPr>
          <p:cNvPicPr>
            <a:picLocks noChangeAspect="1"/>
          </p:cNvPicPr>
          <p:nvPr/>
        </p:nvPicPr>
        <p:blipFill>
          <a:blip r:embed="rId3"/>
          <a:stretch>
            <a:fillRect/>
          </a:stretch>
        </p:blipFill>
        <p:spPr>
          <a:xfrm>
            <a:off x="-9194452" y="852928"/>
            <a:ext cx="8332903" cy="5539574"/>
          </a:xfrm>
          <a:prstGeom prst="rect">
            <a:avLst/>
          </a:prstGeom>
        </p:spPr>
      </p:pic>
    </p:spTree>
    <p:extLst>
      <p:ext uri="{BB962C8B-B14F-4D97-AF65-F5344CB8AC3E}">
        <p14:creationId xmlns:p14="http://schemas.microsoft.com/office/powerpoint/2010/main" val="1903706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2383E7E-9DFE-4A1E-AEC2-D2E19E891C2C}" type="slidenum">
              <a:rPr lang="en-US" smtClean="0"/>
              <a:t>8</a:t>
            </a:fld>
            <a:endParaRPr lang="en-US" dirty="0"/>
          </a:p>
        </p:txBody>
      </p:sp>
      <p:sp>
        <p:nvSpPr>
          <p:cNvPr id="6" name="Rectangle 5">
            <a:extLst>
              <a:ext uri="{FF2B5EF4-FFF2-40B4-BE49-F238E27FC236}">
                <a16:creationId xmlns:a16="http://schemas.microsoft.com/office/drawing/2014/main" id="{D6790B23-5507-40F9-ADAF-D6CF04947AAD}"/>
              </a:ext>
            </a:extLst>
          </p:cNvPr>
          <p:cNvSpPr/>
          <p:nvPr/>
        </p:nvSpPr>
        <p:spPr>
          <a:xfrm>
            <a:off x="4735919"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9" name="TextBox 31">
            <a:extLst>
              <a:ext uri="{FF2B5EF4-FFF2-40B4-BE49-F238E27FC236}">
                <a16:creationId xmlns:a16="http://schemas.microsoft.com/office/drawing/2014/main" id="{D38FCBEF-CC03-4F3C-B0F8-93A7C57BCFD1}"/>
              </a:ext>
            </a:extLst>
          </p:cNvPr>
          <p:cNvSpPr txBox="1"/>
          <p:nvPr/>
        </p:nvSpPr>
        <p:spPr>
          <a:xfrm>
            <a:off x="2593968" y="334634"/>
            <a:ext cx="1978032"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CLASS DIAGRAM</a:t>
            </a:r>
          </a:p>
        </p:txBody>
      </p:sp>
      <p:pic>
        <p:nvPicPr>
          <p:cNvPr id="12" name="Image 11">
            <a:extLst>
              <a:ext uri="{FF2B5EF4-FFF2-40B4-BE49-F238E27FC236}">
                <a16:creationId xmlns:a16="http://schemas.microsoft.com/office/drawing/2014/main" id="{B98D38D6-09D6-4BEC-A048-5E3DA5500FEE}"/>
              </a:ext>
            </a:extLst>
          </p:cNvPr>
          <p:cNvPicPr>
            <a:picLocks noChangeAspect="1"/>
          </p:cNvPicPr>
          <p:nvPr/>
        </p:nvPicPr>
        <p:blipFill>
          <a:blip r:embed="rId2"/>
          <a:stretch>
            <a:fillRect/>
          </a:stretch>
        </p:blipFill>
        <p:spPr>
          <a:xfrm>
            <a:off x="1803748" y="852928"/>
            <a:ext cx="8332903" cy="5539574"/>
          </a:xfrm>
          <a:prstGeom prst="rect">
            <a:avLst/>
          </a:prstGeom>
        </p:spPr>
      </p:pic>
      <p:pic>
        <p:nvPicPr>
          <p:cNvPr id="14" name="Image 13">
            <a:extLst>
              <a:ext uri="{FF2B5EF4-FFF2-40B4-BE49-F238E27FC236}">
                <a16:creationId xmlns:a16="http://schemas.microsoft.com/office/drawing/2014/main" id="{65157100-5150-41FF-8600-94CFB6812809}"/>
              </a:ext>
            </a:extLst>
          </p:cNvPr>
          <p:cNvPicPr>
            <a:picLocks noChangeAspect="1"/>
          </p:cNvPicPr>
          <p:nvPr/>
        </p:nvPicPr>
        <p:blipFill>
          <a:blip r:embed="rId3"/>
          <a:stretch>
            <a:fillRect/>
          </a:stretch>
        </p:blipFill>
        <p:spPr>
          <a:xfrm>
            <a:off x="2730500" y="7547011"/>
            <a:ext cx="6032872" cy="5871278"/>
          </a:xfrm>
          <a:prstGeom prst="rect">
            <a:avLst/>
          </a:prstGeom>
        </p:spPr>
      </p:pic>
    </p:spTree>
    <p:extLst>
      <p:ext uri="{BB962C8B-B14F-4D97-AF65-F5344CB8AC3E}">
        <p14:creationId xmlns:p14="http://schemas.microsoft.com/office/powerpoint/2010/main" val="419256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2383E7E-9DFE-4A1E-AEC2-D2E19E891C2C}" type="slidenum">
              <a:rPr lang="en-US" smtClean="0"/>
              <a:t>9</a:t>
            </a:fld>
            <a:endParaRPr lang="en-US" dirty="0"/>
          </a:p>
        </p:txBody>
      </p:sp>
      <p:sp>
        <p:nvSpPr>
          <p:cNvPr id="6" name="Rectangle 5">
            <a:extLst>
              <a:ext uri="{FF2B5EF4-FFF2-40B4-BE49-F238E27FC236}">
                <a16:creationId xmlns:a16="http://schemas.microsoft.com/office/drawing/2014/main" id="{D6790B23-5507-40F9-ADAF-D6CF04947AAD}"/>
              </a:ext>
            </a:extLst>
          </p:cNvPr>
          <p:cNvSpPr/>
          <p:nvPr/>
        </p:nvSpPr>
        <p:spPr>
          <a:xfrm>
            <a:off x="3859097"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9" name="TextBox 31">
            <a:extLst>
              <a:ext uri="{FF2B5EF4-FFF2-40B4-BE49-F238E27FC236}">
                <a16:creationId xmlns:a16="http://schemas.microsoft.com/office/drawing/2014/main" id="{D38FCBEF-CC03-4F3C-B0F8-93A7C57BCFD1}"/>
              </a:ext>
            </a:extLst>
          </p:cNvPr>
          <p:cNvSpPr txBox="1"/>
          <p:nvPr/>
        </p:nvSpPr>
        <p:spPr>
          <a:xfrm>
            <a:off x="1178527" y="334634"/>
            <a:ext cx="2680570"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SEQUENCE DIAGRAM</a:t>
            </a:r>
          </a:p>
        </p:txBody>
      </p:sp>
      <p:sp>
        <p:nvSpPr>
          <p:cNvPr id="10" name="Rectangle 9">
            <a:extLst>
              <a:ext uri="{FF2B5EF4-FFF2-40B4-BE49-F238E27FC236}">
                <a16:creationId xmlns:a16="http://schemas.microsoft.com/office/drawing/2014/main" id="{500F3C44-E576-4580-8F07-2C22DA0EA617}"/>
              </a:ext>
            </a:extLst>
          </p:cNvPr>
          <p:cNvSpPr/>
          <p:nvPr/>
        </p:nvSpPr>
        <p:spPr>
          <a:xfrm>
            <a:off x="12567813" y="6870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11" name="TextBox 31">
            <a:extLst>
              <a:ext uri="{FF2B5EF4-FFF2-40B4-BE49-F238E27FC236}">
                <a16:creationId xmlns:a16="http://schemas.microsoft.com/office/drawing/2014/main" id="{96FA055B-C2D8-4899-A9AD-27F823B0D5D2}"/>
              </a:ext>
            </a:extLst>
          </p:cNvPr>
          <p:cNvSpPr txBox="1"/>
          <p:nvPr/>
        </p:nvSpPr>
        <p:spPr>
          <a:xfrm>
            <a:off x="-2728898" y="334634"/>
            <a:ext cx="1978032"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CLASS DIAGRAM</a:t>
            </a:r>
          </a:p>
        </p:txBody>
      </p:sp>
      <p:sp>
        <p:nvSpPr>
          <p:cNvPr id="13" name="Rectangle 12">
            <a:extLst>
              <a:ext uri="{FF2B5EF4-FFF2-40B4-BE49-F238E27FC236}">
                <a16:creationId xmlns:a16="http://schemas.microsoft.com/office/drawing/2014/main" id="{FA10B584-F3FC-4074-A41F-4C836383D68A}"/>
              </a:ext>
            </a:extLst>
          </p:cNvPr>
          <p:cNvSpPr/>
          <p:nvPr/>
        </p:nvSpPr>
        <p:spPr>
          <a:xfrm>
            <a:off x="13321119"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5" name="Image 4">
            <a:extLst>
              <a:ext uri="{FF2B5EF4-FFF2-40B4-BE49-F238E27FC236}">
                <a16:creationId xmlns:a16="http://schemas.microsoft.com/office/drawing/2014/main" id="{DE4586F1-43AB-4EBF-B8D8-5DAF8F327A5C}"/>
              </a:ext>
            </a:extLst>
          </p:cNvPr>
          <p:cNvPicPr>
            <a:picLocks noChangeAspect="1"/>
          </p:cNvPicPr>
          <p:nvPr/>
        </p:nvPicPr>
        <p:blipFill>
          <a:blip r:embed="rId2"/>
          <a:stretch>
            <a:fillRect/>
          </a:stretch>
        </p:blipFill>
        <p:spPr>
          <a:xfrm>
            <a:off x="2730500" y="833075"/>
            <a:ext cx="6032872" cy="5871278"/>
          </a:xfrm>
          <a:prstGeom prst="rect">
            <a:avLst/>
          </a:prstGeom>
        </p:spPr>
      </p:pic>
      <p:pic>
        <p:nvPicPr>
          <p:cNvPr id="12" name="Image 11">
            <a:extLst>
              <a:ext uri="{FF2B5EF4-FFF2-40B4-BE49-F238E27FC236}">
                <a16:creationId xmlns:a16="http://schemas.microsoft.com/office/drawing/2014/main" id="{10FC9D52-EE8E-4BF2-931E-F266030418F3}"/>
              </a:ext>
            </a:extLst>
          </p:cNvPr>
          <p:cNvPicPr>
            <a:picLocks noChangeAspect="1"/>
          </p:cNvPicPr>
          <p:nvPr/>
        </p:nvPicPr>
        <p:blipFill>
          <a:blip r:embed="rId3"/>
          <a:stretch>
            <a:fillRect/>
          </a:stretch>
        </p:blipFill>
        <p:spPr>
          <a:xfrm>
            <a:off x="3414338" y="7614999"/>
            <a:ext cx="5363323" cy="5353797"/>
          </a:xfrm>
          <a:prstGeom prst="rect">
            <a:avLst/>
          </a:prstGeom>
        </p:spPr>
      </p:pic>
    </p:spTree>
    <p:extLst>
      <p:ext uri="{BB962C8B-B14F-4D97-AF65-F5344CB8AC3E}">
        <p14:creationId xmlns:p14="http://schemas.microsoft.com/office/powerpoint/2010/main" val="2448324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2383E7E-9DFE-4A1E-AEC2-D2E19E891C2C}" type="slidenum">
              <a:rPr lang="en-US" smtClean="0"/>
              <a:t>10</a:t>
            </a:fld>
            <a:endParaRPr lang="en-US" dirty="0"/>
          </a:p>
        </p:txBody>
      </p:sp>
      <p:sp>
        <p:nvSpPr>
          <p:cNvPr id="6" name="Rectangle 5">
            <a:extLst>
              <a:ext uri="{FF2B5EF4-FFF2-40B4-BE49-F238E27FC236}">
                <a16:creationId xmlns:a16="http://schemas.microsoft.com/office/drawing/2014/main" id="{D6790B23-5507-40F9-ADAF-D6CF04947AAD}"/>
              </a:ext>
            </a:extLst>
          </p:cNvPr>
          <p:cNvSpPr/>
          <p:nvPr/>
        </p:nvSpPr>
        <p:spPr>
          <a:xfrm>
            <a:off x="3859097"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9" name="TextBox 31">
            <a:extLst>
              <a:ext uri="{FF2B5EF4-FFF2-40B4-BE49-F238E27FC236}">
                <a16:creationId xmlns:a16="http://schemas.microsoft.com/office/drawing/2014/main" id="{D38FCBEF-CC03-4F3C-B0F8-93A7C57BCFD1}"/>
              </a:ext>
            </a:extLst>
          </p:cNvPr>
          <p:cNvSpPr txBox="1"/>
          <p:nvPr/>
        </p:nvSpPr>
        <p:spPr>
          <a:xfrm>
            <a:off x="1178527" y="334634"/>
            <a:ext cx="2680570"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SEQUENCE DIAGRAM</a:t>
            </a:r>
          </a:p>
        </p:txBody>
      </p:sp>
      <p:sp>
        <p:nvSpPr>
          <p:cNvPr id="10" name="Rectangle 9">
            <a:extLst>
              <a:ext uri="{FF2B5EF4-FFF2-40B4-BE49-F238E27FC236}">
                <a16:creationId xmlns:a16="http://schemas.microsoft.com/office/drawing/2014/main" id="{500F3C44-E576-4580-8F07-2C22DA0EA617}"/>
              </a:ext>
            </a:extLst>
          </p:cNvPr>
          <p:cNvSpPr/>
          <p:nvPr/>
        </p:nvSpPr>
        <p:spPr>
          <a:xfrm>
            <a:off x="12567813" y="6870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11" name="TextBox 31">
            <a:extLst>
              <a:ext uri="{FF2B5EF4-FFF2-40B4-BE49-F238E27FC236}">
                <a16:creationId xmlns:a16="http://schemas.microsoft.com/office/drawing/2014/main" id="{96FA055B-C2D8-4899-A9AD-27F823B0D5D2}"/>
              </a:ext>
            </a:extLst>
          </p:cNvPr>
          <p:cNvSpPr txBox="1"/>
          <p:nvPr/>
        </p:nvSpPr>
        <p:spPr>
          <a:xfrm>
            <a:off x="-2728898" y="334634"/>
            <a:ext cx="1978032"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CLASS DIAGRAM</a:t>
            </a:r>
          </a:p>
        </p:txBody>
      </p:sp>
      <p:sp>
        <p:nvSpPr>
          <p:cNvPr id="13" name="Rectangle 12">
            <a:extLst>
              <a:ext uri="{FF2B5EF4-FFF2-40B4-BE49-F238E27FC236}">
                <a16:creationId xmlns:a16="http://schemas.microsoft.com/office/drawing/2014/main" id="{FA10B584-F3FC-4074-A41F-4C836383D68A}"/>
              </a:ext>
            </a:extLst>
          </p:cNvPr>
          <p:cNvSpPr/>
          <p:nvPr/>
        </p:nvSpPr>
        <p:spPr>
          <a:xfrm>
            <a:off x="13321119"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4" name="Image 3">
            <a:extLst>
              <a:ext uri="{FF2B5EF4-FFF2-40B4-BE49-F238E27FC236}">
                <a16:creationId xmlns:a16="http://schemas.microsoft.com/office/drawing/2014/main" id="{558BA543-A24C-4B26-822F-824A7182B7D8}"/>
              </a:ext>
            </a:extLst>
          </p:cNvPr>
          <p:cNvPicPr>
            <a:picLocks noChangeAspect="1"/>
          </p:cNvPicPr>
          <p:nvPr/>
        </p:nvPicPr>
        <p:blipFill>
          <a:blip r:embed="rId2"/>
          <a:stretch>
            <a:fillRect/>
          </a:stretch>
        </p:blipFill>
        <p:spPr>
          <a:xfrm>
            <a:off x="3414338" y="934799"/>
            <a:ext cx="5363323" cy="5353797"/>
          </a:xfrm>
          <a:prstGeom prst="rect">
            <a:avLst/>
          </a:prstGeom>
        </p:spPr>
      </p:pic>
      <p:pic>
        <p:nvPicPr>
          <p:cNvPr id="14" name="Image 13">
            <a:extLst>
              <a:ext uri="{FF2B5EF4-FFF2-40B4-BE49-F238E27FC236}">
                <a16:creationId xmlns:a16="http://schemas.microsoft.com/office/drawing/2014/main" id="{C71F6214-4F58-4AD8-B0D2-C4889BCAAC80}"/>
              </a:ext>
            </a:extLst>
          </p:cNvPr>
          <p:cNvPicPr>
            <a:picLocks noChangeAspect="1"/>
          </p:cNvPicPr>
          <p:nvPr/>
        </p:nvPicPr>
        <p:blipFill>
          <a:blip r:embed="rId3"/>
          <a:stretch>
            <a:fillRect/>
          </a:stretch>
        </p:blipFill>
        <p:spPr>
          <a:xfrm>
            <a:off x="2933700" y="7657722"/>
            <a:ext cx="5853488" cy="5884568"/>
          </a:xfrm>
          <a:prstGeom prst="rect">
            <a:avLst/>
          </a:prstGeom>
        </p:spPr>
      </p:pic>
    </p:spTree>
    <p:extLst>
      <p:ext uri="{BB962C8B-B14F-4D97-AF65-F5344CB8AC3E}">
        <p14:creationId xmlns:p14="http://schemas.microsoft.com/office/powerpoint/2010/main" val="2575153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2383E7E-9DFE-4A1E-AEC2-D2E19E891C2C}" type="slidenum">
              <a:rPr lang="en-US" smtClean="0"/>
              <a:t>11</a:t>
            </a:fld>
            <a:endParaRPr lang="en-US" dirty="0"/>
          </a:p>
        </p:txBody>
      </p:sp>
      <p:sp>
        <p:nvSpPr>
          <p:cNvPr id="6" name="Rectangle 5">
            <a:extLst>
              <a:ext uri="{FF2B5EF4-FFF2-40B4-BE49-F238E27FC236}">
                <a16:creationId xmlns:a16="http://schemas.microsoft.com/office/drawing/2014/main" id="{D6790B23-5507-40F9-ADAF-D6CF04947AAD}"/>
              </a:ext>
            </a:extLst>
          </p:cNvPr>
          <p:cNvSpPr/>
          <p:nvPr/>
        </p:nvSpPr>
        <p:spPr>
          <a:xfrm>
            <a:off x="3859097"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9" name="TextBox 31">
            <a:extLst>
              <a:ext uri="{FF2B5EF4-FFF2-40B4-BE49-F238E27FC236}">
                <a16:creationId xmlns:a16="http://schemas.microsoft.com/office/drawing/2014/main" id="{D38FCBEF-CC03-4F3C-B0F8-93A7C57BCFD1}"/>
              </a:ext>
            </a:extLst>
          </p:cNvPr>
          <p:cNvSpPr txBox="1"/>
          <p:nvPr/>
        </p:nvSpPr>
        <p:spPr>
          <a:xfrm>
            <a:off x="1178527" y="334634"/>
            <a:ext cx="2680570"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SEQUENCE DIAGRAM</a:t>
            </a:r>
          </a:p>
        </p:txBody>
      </p:sp>
      <p:sp>
        <p:nvSpPr>
          <p:cNvPr id="10" name="Rectangle 9">
            <a:extLst>
              <a:ext uri="{FF2B5EF4-FFF2-40B4-BE49-F238E27FC236}">
                <a16:creationId xmlns:a16="http://schemas.microsoft.com/office/drawing/2014/main" id="{500F3C44-E576-4580-8F07-2C22DA0EA617}"/>
              </a:ext>
            </a:extLst>
          </p:cNvPr>
          <p:cNvSpPr/>
          <p:nvPr/>
        </p:nvSpPr>
        <p:spPr>
          <a:xfrm>
            <a:off x="12567813" y="6870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11" name="TextBox 31">
            <a:extLst>
              <a:ext uri="{FF2B5EF4-FFF2-40B4-BE49-F238E27FC236}">
                <a16:creationId xmlns:a16="http://schemas.microsoft.com/office/drawing/2014/main" id="{96FA055B-C2D8-4899-A9AD-27F823B0D5D2}"/>
              </a:ext>
            </a:extLst>
          </p:cNvPr>
          <p:cNvSpPr txBox="1"/>
          <p:nvPr/>
        </p:nvSpPr>
        <p:spPr>
          <a:xfrm>
            <a:off x="-2728898" y="334634"/>
            <a:ext cx="1978032"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CLASS DIAGRAM</a:t>
            </a:r>
          </a:p>
        </p:txBody>
      </p:sp>
      <p:sp>
        <p:nvSpPr>
          <p:cNvPr id="13" name="Rectangle 12">
            <a:extLst>
              <a:ext uri="{FF2B5EF4-FFF2-40B4-BE49-F238E27FC236}">
                <a16:creationId xmlns:a16="http://schemas.microsoft.com/office/drawing/2014/main" id="{FA10B584-F3FC-4074-A41F-4C836383D68A}"/>
              </a:ext>
            </a:extLst>
          </p:cNvPr>
          <p:cNvSpPr/>
          <p:nvPr/>
        </p:nvSpPr>
        <p:spPr>
          <a:xfrm>
            <a:off x="13321119"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5" name="Image 4">
            <a:extLst>
              <a:ext uri="{FF2B5EF4-FFF2-40B4-BE49-F238E27FC236}">
                <a16:creationId xmlns:a16="http://schemas.microsoft.com/office/drawing/2014/main" id="{961F825F-FED1-4472-BA6F-7A7708D52B53}"/>
              </a:ext>
            </a:extLst>
          </p:cNvPr>
          <p:cNvPicPr>
            <a:picLocks noChangeAspect="1"/>
          </p:cNvPicPr>
          <p:nvPr/>
        </p:nvPicPr>
        <p:blipFill>
          <a:blip r:embed="rId2"/>
          <a:stretch>
            <a:fillRect/>
          </a:stretch>
        </p:blipFill>
        <p:spPr>
          <a:xfrm>
            <a:off x="2933700" y="723522"/>
            <a:ext cx="5853488" cy="5884568"/>
          </a:xfrm>
          <a:prstGeom prst="rect">
            <a:avLst/>
          </a:prstGeom>
        </p:spPr>
      </p:pic>
      <p:sp>
        <p:nvSpPr>
          <p:cNvPr id="12" name="TextBox 31">
            <a:extLst>
              <a:ext uri="{FF2B5EF4-FFF2-40B4-BE49-F238E27FC236}">
                <a16:creationId xmlns:a16="http://schemas.microsoft.com/office/drawing/2014/main" id="{D8E18280-E10B-4B27-8706-520A413607B0}"/>
              </a:ext>
            </a:extLst>
          </p:cNvPr>
          <p:cNvSpPr txBox="1"/>
          <p:nvPr/>
        </p:nvSpPr>
        <p:spPr>
          <a:xfrm>
            <a:off x="-3098452" y="334634"/>
            <a:ext cx="2768252"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DEPLOYMENT DIAGRAM</a:t>
            </a:r>
          </a:p>
        </p:txBody>
      </p:sp>
      <p:sp>
        <p:nvSpPr>
          <p:cNvPr id="14" name="Rectangle 13">
            <a:extLst>
              <a:ext uri="{FF2B5EF4-FFF2-40B4-BE49-F238E27FC236}">
                <a16:creationId xmlns:a16="http://schemas.microsoft.com/office/drawing/2014/main" id="{EE13E522-0C39-49D8-AF5A-CABE640ED336}"/>
              </a:ext>
            </a:extLst>
          </p:cNvPr>
          <p:cNvSpPr/>
          <p:nvPr/>
        </p:nvSpPr>
        <p:spPr>
          <a:xfrm>
            <a:off x="12940119"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15" name="Image 14">
            <a:extLst>
              <a:ext uri="{FF2B5EF4-FFF2-40B4-BE49-F238E27FC236}">
                <a16:creationId xmlns:a16="http://schemas.microsoft.com/office/drawing/2014/main" id="{DC9EDFE9-16C0-4A31-8030-511AD5B5C7A4}"/>
              </a:ext>
            </a:extLst>
          </p:cNvPr>
          <p:cNvPicPr>
            <a:picLocks noChangeAspect="1"/>
          </p:cNvPicPr>
          <p:nvPr/>
        </p:nvPicPr>
        <p:blipFill>
          <a:blip r:embed="rId3"/>
          <a:stretch>
            <a:fillRect/>
          </a:stretch>
        </p:blipFill>
        <p:spPr>
          <a:xfrm>
            <a:off x="2932995" y="7414944"/>
            <a:ext cx="5969375" cy="5969375"/>
          </a:xfrm>
          <a:prstGeom prst="rect">
            <a:avLst/>
          </a:prstGeom>
        </p:spPr>
      </p:pic>
    </p:spTree>
    <p:extLst>
      <p:ext uri="{BB962C8B-B14F-4D97-AF65-F5344CB8AC3E}">
        <p14:creationId xmlns:p14="http://schemas.microsoft.com/office/powerpoint/2010/main" val="2848955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2383E7E-9DFE-4A1E-AEC2-D2E19E891C2C}" type="slidenum">
              <a:rPr lang="en-US" smtClean="0"/>
              <a:t>12</a:t>
            </a:fld>
            <a:endParaRPr lang="en-US" dirty="0"/>
          </a:p>
        </p:txBody>
      </p:sp>
      <p:sp>
        <p:nvSpPr>
          <p:cNvPr id="6" name="Rectangle 5">
            <a:extLst>
              <a:ext uri="{FF2B5EF4-FFF2-40B4-BE49-F238E27FC236}">
                <a16:creationId xmlns:a16="http://schemas.microsoft.com/office/drawing/2014/main" id="{D6790B23-5507-40F9-ADAF-D6CF04947AAD}"/>
              </a:ext>
            </a:extLst>
          </p:cNvPr>
          <p:cNvSpPr/>
          <p:nvPr/>
        </p:nvSpPr>
        <p:spPr>
          <a:xfrm>
            <a:off x="4735919" y="534689"/>
            <a:ext cx="8332903" cy="4571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9" name="TextBox 31">
            <a:extLst>
              <a:ext uri="{FF2B5EF4-FFF2-40B4-BE49-F238E27FC236}">
                <a16:creationId xmlns:a16="http://schemas.microsoft.com/office/drawing/2014/main" id="{D38FCBEF-CC03-4F3C-B0F8-93A7C57BCFD1}"/>
              </a:ext>
            </a:extLst>
          </p:cNvPr>
          <p:cNvSpPr txBox="1"/>
          <p:nvPr/>
        </p:nvSpPr>
        <p:spPr>
          <a:xfrm>
            <a:off x="1803748" y="334634"/>
            <a:ext cx="2768252" cy="400110"/>
          </a:xfrm>
          <a:prstGeom prst="rect">
            <a:avLst/>
          </a:prstGeom>
          <a:solidFill>
            <a:schemeClr val="bg1"/>
          </a:solidFill>
          <a:ln>
            <a:solidFill>
              <a:schemeClr val="bg1"/>
            </a:solidFill>
          </a:ln>
        </p:spPr>
        <p:txBody>
          <a:bodyPr wrap="square" rtlCol="0">
            <a:spAutoFit/>
          </a:bodyPr>
          <a:lstStyle/>
          <a:p>
            <a:r>
              <a:rPr lang="en-US" sz="2000" b="1" dirty="0">
                <a:solidFill>
                  <a:srgbClr val="002060"/>
                </a:solidFill>
              </a:rPr>
              <a:t>DEPLOYMENT DIAGRAM</a:t>
            </a:r>
          </a:p>
        </p:txBody>
      </p:sp>
      <p:pic>
        <p:nvPicPr>
          <p:cNvPr id="14" name="Image 13">
            <a:extLst>
              <a:ext uri="{FF2B5EF4-FFF2-40B4-BE49-F238E27FC236}">
                <a16:creationId xmlns:a16="http://schemas.microsoft.com/office/drawing/2014/main" id="{65157100-5150-41FF-8600-94CFB6812809}"/>
              </a:ext>
            </a:extLst>
          </p:cNvPr>
          <p:cNvPicPr>
            <a:picLocks noChangeAspect="1"/>
          </p:cNvPicPr>
          <p:nvPr/>
        </p:nvPicPr>
        <p:blipFill>
          <a:blip r:embed="rId2"/>
          <a:stretch>
            <a:fillRect/>
          </a:stretch>
        </p:blipFill>
        <p:spPr>
          <a:xfrm>
            <a:off x="2730500" y="7547011"/>
            <a:ext cx="6032872" cy="5871278"/>
          </a:xfrm>
          <a:prstGeom prst="rect">
            <a:avLst/>
          </a:prstGeom>
        </p:spPr>
      </p:pic>
      <p:pic>
        <p:nvPicPr>
          <p:cNvPr id="4" name="Image 3">
            <a:extLst>
              <a:ext uri="{FF2B5EF4-FFF2-40B4-BE49-F238E27FC236}">
                <a16:creationId xmlns:a16="http://schemas.microsoft.com/office/drawing/2014/main" id="{B72D3E29-42E8-45A5-9CCC-CDDC25BA7357}"/>
              </a:ext>
            </a:extLst>
          </p:cNvPr>
          <p:cNvPicPr>
            <a:picLocks noChangeAspect="1"/>
          </p:cNvPicPr>
          <p:nvPr/>
        </p:nvPicPr>
        <p:blipFill>
          <a:blip r:embed="rId3"/>
          <a:stretch>
            <a:fillRect/>
          </a:stretch>
        </p:blipFill>
        <p:spPr>
          <a:xfrm>
            <a:off x="2932995" y="734744"/>
            <a:ext cx="5969375" cy="5969375"/>
          </a:xfrm>
          <a:prstGeom prst="rect">
            <a:avLst/>
          </a:prstGeom>
        </p:spPr>
      </p:pic>
    </p:spTree>
    <p:extLst>
      <p:ext uri="{BB962C8B-B14F-4D97-AF65-F5344CB8AC3E}">
        <p14:creationId xmlns:p14="http://schemas.microsoft.com/office/powerpoint/2010/main" val="4125626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reeform: Shape 5">
            <a:extLst>
              <a:ext uri="{FF2B5EF4-FFF2-40B4-BE49-F238E27FC236}">
                <a16:creationId xmlns:a16="http://schemas.microsoft.com/office/drawing/2014/main" id="{FB420FA5-C008-4695-ACFD-EC21AFBFEE9F}"/>
              </a:ext>
            </a:extLst>
          </p:cNvPr>
          <p:cNvSpPr/>
          <p:nvPr/>
        </p:nvSpPr>
        <p:spPr>
          <a:xfrm>
            <a:off x="4183781" y="-28575"/>
            <a:ext cx="57150" cy="6915150"/>
          </a:xfrm>
          <a:custGeom>
            <a:avLst/>
            <a:gdLst>
              <a:gd name="connsiteX0" fmla="*/ 28575 w 57150"/>
              <a:gd name="connsiteY0" fmla="*/ 28575 h 6915150"/>
              <a:gd name="connsiteX1" fmla="*/ 28575 w 57150"/>
              <a:gd name="connsiteY1" fmla="*/ 6886575 h 6915150"/>
            </a:gdLst>
            <a:ahLst/>
            <a:cxnLst>
              <a:cxn ang="0">
                <a:pos x="connsiteX0" y="connsiteY0"/>
              </a:cxn>
              <a:cxn ang="0">
                <a:pos x="connsiteX1" y="connsiteY1"/>
              </a:cxn>
            </a:cxnLst>
            <a:rect l="l" t="t" r="r" b="b"/>
            <a:pathLst>
              <a:path w="57150" h="6915150">
                <a:moveTo>
                  <a:pt x="28575" y="28575"/>
                </a:moveTo>
                <a:lnTo>
                  <a:pt x="28575" y="6886575"/>
                </a:lnTo>
              </a:path>
            </a:pathLst>
          </a:custGeom>
          <a:ln w="38100" cap="flat">
            <a:solidFill>
              <a:srgbClr val="042552"/>
            </a:solidFill>
            <a:prstDash val="solid"/>
            <a:miter/>
          </a:ln>
        </p:spPr>
        <p:txBody>
          <a:bodyPr rtlCol="0" anchor="ctr"/>
          <a:lstStyle/>
          <a:p>
            <a:endParaRPr lang="en-US" sz="3598"/>
          </a:p>
        </p:txBody>
      </p:sp>
      <p:sp>
        <p:nvSpPr>
          <p:cNvPr id="88" name="Freeform: Shape 87">
            <a:extLst>
              <a:ext uri="{FF2B5EF4-FFF2-40B4-BE49-F238E27FC236}">
                <a16:creationId xmlns:a16="http://schemas.microsoft.com/office/drawing/2014/main" id="{CA511FB9-8ED9-4E1C-895E-DCB4DA0204CC}"/>
              </a:ext>
            </a:extLst>
          </p:cNvPr>
          <p:cNvSpPr/>
          <p:nvPr/>
        </p:nvSpPr>
        <p:spPr>
          <a:xfrm>
            <a:off x="11238930" y="894351"/>
            <a:ext cx="190500" cy="190500"/>
          </a:xfrm>
          <a:custGeom>
            <a:avLst/>
            <a:gdLst>
              <a:gd name="connsiteX0" fmla="*/ 183928 w 190500"/>
              <a:gd name="connsiteY0" fmla="*/ 95536 h 190500"/>
              <a:gd name="connsiteX1" fmla="*/ 95535 w 190500"/>
              <a:gd name="connsiteY1" fmla="*/ 183928 h 190500"/>
              <a:gd name="connsiteX2" fmla="*/ 7143 w 190500"/>
              <a:gd name="connsiteY2" fmla="*/ 95536 h 190500"/>
              <a:gd name="connsiteX3" fmla="*/ 95535 w 190500"/>
              <a:gd name="connsiteY3" fmla="*/ 7144 h 190500"/>
              <a:gd name="connsiteX4" fmla="*/ 183928 w 190500"/>
              <a:gd name="connsiteY4" fmla="*/ 95536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83928" y="95536"/>
                </a:moveTo>
                <a:cubicBezTo>
                  <a:pt x="183928" y="144353"/>
                  <a:pt x="144353" y="183928"/>
                  <a:pt x="95535" y="183928"/>
                </a:cubicBezTo>
                <a:cubicBezTo>
                  <a:pt x="46718" y="183928"/>
                  <a:pt x="7143" y="144353"/>
                  <a:pt x="7143" y="95536"/>
                </a:cubicBezTo>
                <a:cubicBezTo>
                  <a:pt x="7143" y="46718"/>
                  <a:pt x="46718" y="7144"/>
                  <a:pt x="95535" y="7144"/>
                </a:cubicBezTo>
                <a:cubicBezTo>
                  <a:pt x="144353" y="7144"/>
                  <a:pt x="183928" y="46718"/>
                  <a:pt x="183928" y="95536"/>
                </a:cubicBezTo>
                <a:close/>
              </a:path>
            </a:pathLst>
          </a:custGeom>
          <a:solidFill>
            <a:schemeClr val="accent2">
              <a:lumMod val="60000"/>
              <a:lumOff val="40000"/>
            </a:schemeClr>
          </a:solidFill>
          <a:ln w="9525" cap="flat">
            <a:noFill/>
            <a:prstDash val="solid"/>
            <a:miter/>
          </a:ln>
        </p:spPr>
        <p:txBody>
          <a:bodyPr rtlCol="0" anchor="ctr"/>
          <a:lstStyle/>
          <a:p>
            <a:endParaRPr lang="en-US" sz="3598" dirty="0"/>
          </a:p>
        </p:txBody>
      </p:sp>
      <p:sp>
        <p:nvSpPr>
          <p:cNvPr id="89" name="Freeform: Shape 88">
            <a:extLst>
              <a:ext uri="{FF2B5EF4-FFF2-40B4-BE49-F238E27FC236}">
                <a16:creationId xmlns:a16="http://schemas.microsoft.com/office/drawing/2014/main" id="{50F2AECE-4F95-4A67-A7AC-0745E569C6DB}"/>
              </a:ext>
            </a:extLst>
          </p:cNvPr>
          <p:cNvSpPr/>
          <p:nvPr/>
        </p:nvSpPr>
        <p:spPr>
          <a:xfrm>
            <a:off x="7921658" y="6370749"/>
            <a:ext cx="190500" cy="190500"/>
          </a:xfrm>
          <a:custGeom>
            <a:avLst/>
            <a:gdLst>
              <a:gd name="connsiteX0" fmla="*/ 183928 w 190500"/>
              <a:gd name="connsiteY0" fmla="*/ 95536 h 190500"/>
              <a:gd name="connsiteX1" fmla="*/ 95535 w 190500"/>
              <a:gd name="connsiteY1" fmla="*/ 183928 h 190500"/>
              <a:gd name="connsiteX2" fmla="*/ 7143 w 190500"/>
              <a:gd name="connsiteY2" fmla="*/ 95536 h 190500"/>
              <a:gd name="connsiteX3" fmla="*/ 95535 w 190500"/>
              <a:gd name="connsiteY3" fmla="*/ 7144 h 190500"/>
              <a:gd name="connsiteX4" fmla="*/ 183928 w 190500"/>
              <a:gd name="connsiteY4" fmla="*/ 95536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83928" y="95536"/>
                </a:moveTo>
                <a:cubicBezTo>
                  <a:pt x="183928" y="144353"/>
                  <a:pt x="144353" y="183928"/>
                  <a:pt x="95535" y="183928"/>
                </a:cubicBezTo>
                <a:cubicBezTo>
                  <a:pt x="46718" y="183928"/>
                  <a:pt x="7143" y="144354"/>
                  <a:pt x="7143" y="95536"/>
                </a:cubicBezTo>
                <a:cubicBezTo>
                  <a:pt x="7143" y="46719"/>
                  <a:pt x="46717" y="7144"/>
                  <a:pt x="95535" y="7144"/>
                </a:cubicBezTo>
                <a:cubicBezTo>
                  <a:pt x="144353" y="7144"/>
                  <a:pt x="183928" y="46718"/>
                  <a:pt x="183928" y="95536"/>
                </a:cubicBezTo>
                <a:close/>
              </a:path>
            </a:pathLst>
          </a:custGeom>
          <a:solidFill>
            <a:schemeClr val="accent2">
              <a:lumMod val="60000"/>
              <a:lumOff val="40000"/>
            </a:schemeClr>
          </a:solidFill>
          <a:ln w="9525" cap="flat">
            <a:noFill/>
            <a:prstDash val="solid"/>
            <a:miter/>
          </a:ln>
        </p:spPr>
        <p:txBody>
          <a:bodyPr rtlCol="0" anchor="ctr"/>
          <a:lstStyle/>
          <a:p>
            <a:endParaRPr lang="en-US" sz="3598" dirty="0"/>
          </a:p>
        </p:txBody>
      </p:sp>
      <p:sp>
        <p:nvSpPr>
          <p:cNvPr id="56" name="Freeform: Shape 9">
            <a:extLst>
              <a:ext uri="{FF2B5EF4-FFF2-40B4-BE49-F238E27FC236}">
                <a16:creationId xmlns:a16="http://schemas.microsoft.com/office/drawing/2014/main" id="{915F5D2E-32D7-4A6C-9B15-095DA837528F}"/>
              </a:ext>
            </a:extLst>
          </p:cNvPr>
          <p:cNvSpPr/>
          <p:nvPr/>
        </p:nvSpPr>
        <p:spPr>
          <a:xfrm>
            <a:off x="4084712" y="1592803"/>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bg1">
              <a:lumMod val="75000"/>
            </a:schemeClr>
          </a:solidFill>
          <a:ln w="9525" cap="flat">
            <a:noFill/>
            <a:prstDash val="solid"/>
            <a:miter/>
          </a:ln>
        </p:spPr>
        <p:txBody>
          <a:bodyPr rtlCol="0" anchor="ctr"/>
          <a:lstStyle/>
          <a:p>
            <a:endParaRPr lang="en-US" sz="3598">
              <a:solidFill>
                <a:schemeClr val="accent3"/>
              </a:solidFill>
            </a:endParaRPr>
          </a:p>
        </p:txBody>
      </p:sp>
      <p:sp>
        <p:nvSpPr>
          <p:cNvPr id="59" name="TextBox 58">
            <a:extLst>
              <a:ext uri="{FF2B5EF4-FFF2-40B4-BE49-F238E27FC236}">
                <a16:creationId xmlns:a16="http://schemas.microsoft.com/office/drawing/2014/main" id="{4F961D8E-A133-4206-9086-807B48C7560D}"/>
              </a:ext>
            </a:extLst>
          </p:cNvPr>
          <p:cNvSpPr txBox="1"/>
          <p:nvPr/>
        </p:nvSpPr>
        <p:spPr>
          <a:xfrm>
            <a:off x="3315776" y="1455082"/>
            <a:ext cx="641823" cy="523092"/>
          </a:xfrm>
          <a:prstGeom prst="rect">
            <a:avLst/>
          </a:prstGeom>
          <a:noFill/>
        </p:spPr>
        <p:txBody>
          <a:bodyPr wrap="square" rtlCol="0">
            <a:spAutoFit/>
          </a:bodyPr>
          <a:lstStyle/>
          <a:p>
            <a:pPr algn="ctr"/>
            <a:r>
              <a:rPr lang="en-US" sz="2799" b="1" dirty="0">
                <a:solidFill>
                  <a:schemeClr val="bg1">
                    <a:lumMod val="65000"/>
                  </a:schemeClr>
                </a:solidFill>
              </a:rPr>
              <a:t>01</a:t>
            </a:r>
          </a:p>
        </p:txBody>
      </p:sp>
      <p:sp>
        <p:nvSpPr>
          <p:cNvPr id="60" name="TextBox 59">
            <a:extLst>
              <a:ext uri="{FF2B5EF4-FFF2-40B4-BE49-F238E27FC236}">
                <a16:creationId xmlns:a16="http://schemas.microsoft.com/office/drawing/2014/main" id="{2A0801D1-C4A2-4C15-823D-4CCE378B5BED}"/>
              </a:ext>
            </a:extLst>
          </p:cNvPr>
          <p:cNvSpPr txBox="1"/>
          <p:nvPr/>
        </p:nvSpPr>
        <p:spPr>
          <a:xfrm>
            <a:off x="4455986" y="1408851"/>
            <a:ext cx="5852926" cy="615553"/>
          </a:xfrm>
          <a:prstGeom prst="rect">
            <a:avLst/>
          </a:prstGeom>
          <a:noFill/>
        </p:spPr>
        <p:txBody>
          <a:bodyPr wrap="square" rtlCol="0">
            <a:spAutoFit/>
          </a:bodyPr>
          <a:lstStyle/>
          <a:p>
            <a:pPr>
              <a:spcBef>
                <a:spcPts val="1800"/>
              </a:spcBef>
              <a:spcAft>
                <a:spcPts val="1800"/>
              </a:spcAft>
            </a:pPr>
            <a:r>
              <a:rPr lang="fr-FR" sz="3400" b="1" dirty="0">
                <a:solidFill>
                  <a:schemeClr val="bg1">
                    <a:lumMod val="65000"/>
                  </a:schemeClr>
                </a:solidFill>
              </a:rPr>
              <a:t>General </a:t>
            </a:r>
            <a:r>
              <a:rPr lang="fr-FR" sz="3400" b="1" dirty="0" err="1">
                <a:solidFill>
                  <a:schemeClr val="bg1">
                    <a:lumMod val="65000"/>
                  </a:schemeClr>
                </a:solidFill>
              </a:rPr>
              <a:t>Context</a:t>
            </a:r>
            <a:endParaRPr lang="fr-FR" sz="3400" b="1" dirty="0">
              <a:solidFill>
                <a:schemeClr val="bg1">
                  <a:lumMod val="65000"/>
                </a:schemeClr>
              </a:solidFill>
            </a:endParaRPr>
          </a:p>
        </p:txBody>
      </p:sp>
      <p:sp>
        <p:nvSpPr>
          <p:cNvPr id="15" name="Freeform: Shape 8">
            <a:extLst>
              <a:ext uri="{FF2B5EF4-FFF2-40B4-BE49-F238E27FC236}">
                <a16:creationId xmlns:a16="http://schemas.microsoft.com/office/drawing/2014/main" id="{8E6FC1B5-7BFB-4AF8-B3DF-AFAC747D22E8}"/>
              </a:ext>
            </a:extLst>
          </p:cNvPr>
          <p:cNvSpPr/>
          <p:nvPr/>
        </p:nvSpPr>
        <p:spPr>
          <a:xfrm>
            <a:off x="4084712" y="3575142"/>
            <a:ext cx="247650" cy="246302"/>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accent2">
              <a:lumMod val="60000"/>
              <a:lumOff val="40000"/>
            </a:schemeClr>
          </a:solidFill>
          <a:ln w="9525" cap="flat">
            <a:noFill/>
            <a:prstDash val="solid"/>
            <a:miter/>
          </a:ln>
        </p:spPr>
        <p:txBody>
          <a:bodyPr rtlCol="0" anchor="ctr"/>
          <a:lstStyle/>
          <a:p>
            <a:endParaRPr lang="en-US" sz="3598"/>
          </a:p>
        </p:txBody>
      </p:sp>
      <p:sp>
        <p:nvSpPr>
          <p:cNvPr id="16" name="TextBox 15">
            <a:extLst>
              <a:ext uri="{FF2B5EF4-FFF2-40B4-BE49-F238E27FC236}">
                <a16:creationId xmlns:a16="http://schemas.microsoft.com/office/drawing/2014/main" id="{A757CB6A-827E-4501-9278-F7FB6CE48591}"/>
              </a:ext>
            </a:extLst>
          </p:cNvPr>
          <p:cNvSpPr txBox="1"/>
          <p:nvPr/>
        </p:nvSpPr>
        <p:spPr>
          <a:xfrm>
            <a:off x="3341256" y="3436747"/>
            <a:ext cx="641823" cy="523092"/>
          </a:xfrm>
          <a:prstGeom prst="rect">
            <a:avLst/>
          </a:prstGeom>
          <a:noFill/>
        </p:spPr>
        <p:txBody>
          <a:bodyPr wrap="square" rtlCol="0">
            <a:spAutoFit/>
          </a:bodyPr>
          <a:lstStyle/>
          <a:p>
            <a:pPr algn="ctr"/>
            <a:r>
              <a:rPr lang="en-US" sz="2799" b="1" dirty="0">
                <a:solidFill>
                  <a:srgbClr val="042552"/>
                </a:solidFill>
              </a:rPr>
              <a:t>03</a:t>
            </a:r>
          </a:p>
        </p:txBody>
      </p:sp>
      <p:sp>
        <p:nvSpPr>
          <p:cNvPr id="17" name="TextBox 16">
            <a:extLst>
              <a:ext uri="{FF2B5EF4-FFF2-40B4-BE49-F238E27FC236}">
                <a16:creationId xmlns:a16="http://schemas.microsoft.com/office/drawing/2014/main" id="{19D2DB27-AA07-421E-8032-2A2A2DB858A2}"/>
              </a:ext>
            </a:extLst>
          </p:cNvPr>
          <p:cNvSpPr txBox="1"/>
          <p:nvPr/>
        </p:nvSpPr>
        <p:spPr>
          <a:xfrm>
            <a:off x="4462009" y="3352310"/>
            <a:ext cx="6779457" cy="646331"/>
          </a:xfrm>
          <a:prstGeom prst="rect">
            <a:avLst/>
          </a:prstGeom>
          <a:noFill/>
        </p:spPr>
        <p:txBody>
          <a:bodyPr wrap="square" rtlCol="0">
            <a:spAutoFit/>
          </a:bodyPr>
          <a:lstStyle/>
          <a:p>
            <a:r>
              <a:rPr lang="fr-FR" sz="3600" b="1" dirty="0" err="1">
                <a:solidFill>
                  <a:srgbClr val="002060"/>
                </a:solidFill>
                <a:ea typeface="Calibri" panose="020F0502020204030204" pitchFamily="34" charset="0"/>
              </a:rPr>
              <a:t>Implementation</a:t>
            </a:r>
            <a:endParaRPr lang="fr-FR" sz="3400" b="1" dirty="0">
              <a:solidFill>
                <a:srgbClr val="042552"/>
              </a:solidFill>
            </a:endParaRPr>
          </a:p>
        </p:txBody>
      </p:sp>
      <p:sp>
        <p:nvSpPr>
          <p:cNvPr id="2" name="Slide Number Placeholder 1"/>
          <p:cNvSpPr>
            <a:spLocks noGrp="1"/>
          </p:cNvSpPr>
          <p:nvPr>
            <p:ph type="sldNum" sz="quarter" idx="12"/>
          </p:nvPr>
        </p:nvSpPr>
        <p:spPr/>
        <p:txBody>
          <a:bodyPr/>
          <a:lstStyle/>
          <a:p>
            <a:fld id="{02383E7E-9DFE-4A1E-AEC2-D2E19E891C2C}" type="slidenum">
              <a:rPr lang="en-US" smtClean="0"/>
              <a:t>13</a:t>
            </a:fld>
            <a:endParaRPr lang="en-US" dirty="0"/>
          </a:p>
        </p:txBody>
      </p:sp>
      <p:sp>
        <p:nvSpPr>
          <p:cNvPr id="14" name="TextBox 59">
            <a:extLst>
              <a:ext uri="{FF2B5EF4-FFF2-40B4-BE49-F238E27FC236}">
                <a16:creationId xmlns:a16="http://schemas.microsoft.com/office/drawing/2014/main" id="{AA6BFE3B-A3AF-4F81-A3F7-01266EC47774}"/>
              </a:ext>
            </a:extLst>
          </p:cNvPr>
          <p:cNvSpPr txBox="1"/>
          <p:nvPr/>
        </p:nvSpPr>
        <p:spPr>
          <a:xfrm>
            <a:off x="4508308" y="2405415"/>
            <a:ext cx="5852926" cy="615553"/>
          </a:xfrm>
          <a:prstGeom prst="rect">
            <a:avLst/>
          </a:prstGeom>
          <a:noFill/>
        </p:spPr>
        <p:txBody>
          <a:bodyPr wrap="square" rtlCol="0">
            <a:spAutoFit/>
          </a:bodyPr>
          <a:lstStyle/>
          <a:p>
            <a:pPr>
              <a:spcBef>
                <a:spcPts val="1800"/>
              </a:spcBef>
              <a:spcAft>
                <a:spcPts val="1800"/>
              </a:spcAft>
            </a:pPr>
            <a:r>
              <a:rPr lang="fr-FR" sz="3400" b="1" dirty="0" err="1">
                <a:solidFill>
                  <a:schemeClr val="bg1">
                    <a:lumMod val="65000"/>
                  </a:schemeClr>
                </a:solidFill>
              </a:rPr>
              <a:t>Analysis</a:t>
            </a:r>
            <a:r>
              <a:rPr lang="fr-FR" sz="3400" b="1" dirty="0">
                <a:solidFill>
                  <a:schemeClr val="bg1">
                    <a:lumMod val="65000"/>
                  </a:schemeClr>
                </a:solidFill>
              </a:rPr>
              <a:t> and conception</a:t>
            </a:r>
          </a:p>
        </p:txBody>
      </p:sp>
      <p:sp>
        <p:nvSpPr>
          <p:cNvPr id="18" name="TextBox 58">
            <a:extLst>
              <a:ext uri="{FF2B5EF4-FFF2-40B4-BE49-F238E27FC236}">
                <a16:creationId xmlns:a16="http://schemas.microsoft.com/office/drawing/2014/main" id="{38326B18-B387-401E-9392-0F0F842FB642}"/>
              </a:ext>
            </a:extLst>
          </p:cNvPr>
          <p:cNvSpPr txBox="1"/>
          <p:nvPr/>
        </p:nvSpPr>
        <p:spPr>
          <a:xfrm>
            <a:off x="3323912" y="2499526"/>
            <a:ext cx="641823" cy="523092"/>
          </a:xfrm>
          <a:prstGeom prst="rect">
            <a:avLst/>
          </a:prstGeom>
          <a:noFill/>
        </p:spPr>
        <p:txBody>
          <a:bodyPr wrap="square" rtlCol="0">
            <a:spAutoFit/>
          </a:bodyPr>
          <a:lstStyle/>
          <a:p>
            <a:pPr algn="ctr"/>
            <a:r>
              <a:rPr lang="en-US" sz="2799" b="1" dirty="0">
                <a:solidFill>
                  <a:schemeClr val="bg1">
                    <a:lumMod val="65000"/>
                  </a:schemeClr>
                </a:solidFill>
              </a:rPr>
              <a:t>02</a:t>
            </a:r>
          </a:p>
        </p:txBody>
      </p:sp>
      <p:sp>
        <p:nvSpPr>
          <p:cNvPr id="19" name="Freeform: Shape 9">
            <a:extLst>
              <a:ext uri="{FF2B5EF4-FFF2-40B4-BE49-F238E27FC236}">
                <a16:creationId xmlns:a16="http://schemas.microsoft.com/office/drawing/2014/main" id="{037383F8-3BFF-4F66-A919-3C0529C41A2F}"/>
              </a:ext>
            </a:extLst>
          </p:cNvPr>
          <p:cNvSpPr/>
          <p:nvPr/>
        </p:nvSpPr>
        <p:spPr>
          <a:xfrm>
            <a:off x="4085233" y="2607202"/>
            <a:ext cx="247650" cy="247650"/>
          </a:xfrm>
          <a:custGeom>
            <a:avLst/>
            <a:gdLst>
              <a:gd name="connsiteX0" fmla="*/ 245650 w 247650"/>
              <a:gd name="connsiteY0" fmla="*/ 126397 h 247650"/>
              <a:gd name="connsiteX1" fmla="*/ 126397 w 247650"/>
              <a:gd name="connsiteY1" fmla="*/ 245650 h 247650"/>
              <a:gd name="connsiteX2" fmla="*/ 7143 w 247650"/>
              <a:gd name="connsiteY2" fmla="*/ 126397 h 247650"/>
              <a:gd name="connsiteX3" fmla="*/ 126397 w 247650"/>
              <a:gd name="connsiteY3" fmla="*/ 7144 h 247650"/>
              <a:gd name="connsiteX4" fmla="*/ 245650 w 247650"/>
              <a:gd name="connsiteY4" fmla="*/ 126397 h 24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 h="247650">
                <a:moveTo>
                  <a:pt x="245650" y="126397"/>
                </a:moveTo>
                <a:cubicBezTo>
                  <a:pt x="245650" y="192258"/>
                  <a:pt x="192258" y="245650"/>
                  <a:pt x="126397" y="245650"/>
                </a:cubicBezTo>
                <a:cubicBezTo>
                  <a:pt x="60535" y="245650"/>
                  <a:pt x="7143" y="192258"/>
                  <a:pt x="7143" y="126397"/>
                </a:cubicBezTo>
                <a:cubicBezTo>
                  <a:pt x="7143" y="60535"/>
                  <a:pt x="60535" y="7144"/>
                  <a:pt x="126397" y="7144"/>
                </a:cubicBezTo>
                <a:cubicBezTo>
                  <a:pt x="192258" y="7144"/>
                  <a:pt x="245650" y="60535"/>
                  <a:pt x="245650" y="126397"/>
                </a:cubicBezTo>
                <a:close/>
              </a:path>
            </a:pathLst>
          </a:custGeom>
          <a:solidFill>
            <a:schemeClr val="bg1">
              <a:lumMod val="75000"/>
            </a:schemeClr>
          </a:solidFill>
          <a:ln w="9525" cap="flat">
            <a:noFill/>
            <a:prstDash val="solid"/>
            <a:miter/>
          </a:ln>
        </p:spPr>
        <p:txBody>
          <a:bodyPr rtlCol="0" anchor="ctr"/>
          <a:lstStyle/>
          <a:p>
            <a:endParaRPr lang="en-US" sz="3598">
              <a:solidFill>
                <a:schemeClr val="accent3"/>
              </a:solidFill>
            </a:endParaRPr>
          </a:p>
        </p:txBody>
      </p:sp>
      <p:sp>
        <p:nvSpPr>
          <p:cNvPr id="24" name="TextBox 31">
            <a:extLst>
              <a:ext uri="{FF2B5EF4-FFF2-40B4-BE49-F238E27FC236}">
                <a16:creationId xmlns:a16="http://schemas.microsoft.com/office/drawing/2014/main" id="{25585669-7DE5-4E87-81FD-231F97389D98}"/>
              </a:ext>
            </a:extLst>
          </p:cNvPr>
          <p:cNvSpPr txBox="1"/>
          <p:nvPr/>
        </p:nvSpPr>
        <p:spPr>
          <a:xfrm>
            <a:off x="12603332" y="289262"/>
            <a:ext cx="1915308" cy="369332"/>
          </a:xfrm>
          <a:prstGeom prst="rect">
            <a:avLst/>
          </a:prstGeom>
          <a:solidFill>
            <a:schemeClr val="bg1"/>
          </a:solidFill>
        </p:spPr>
        <p:txBody>
          <a:bodyPr wrap="square" rtlCol="0">
            <a:spAutoFit/>
          </a:bodyPr>
          <a:lstStyle/>
          <a:p>
            <a:r>
              <a:rPr lang="fr-FR" b="1" dirty="0">
                <a:solidFill>
                  <a:srgbClr val="002060"/>
                </a:solidFill>
              </a:rPr>
              <a:t>Les outils utilises  </a:t>
            </a:r>
            <a:endParaRPr lang="en-US" sz="2000" b="1" dirty="0">
              <a:solidFill>
                <a:srgbClr val="002060"/>
              </a:solidFill>
            </a:endParaRPr>
          </a:p>
        </p:txBody>
      </p:sp>
      <p:sp>
        <p:nvSpPr>
          <p:cNvPr id="25" name="Rectangle 24">
            <a:extLst>
              <a:ext uri="{FF2B5EF4-FFF2-40B4-BE49-F238E27FC236}">
                <a16:creationId xmlns:a16="http://schemas.microsoft.com/office/drawing/2014/main" id="{D11F18F8-3F66-4457-B560-A174AA1FA61E}"/>
              </a:ext>
            </a:extLst>
          </p:cNvPr>
          <p:cNvSpPr/>
          <p:nvPr/>
        </p:nvSpPr>
        <p:spPr>
          <a:xfrm>
            <a:off x="16473996" y="473928"/>
            <a:ext cx="7717427"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26" name="Image 25">
            <a:extLst>
              <a:ext uri="{FF2B5EF4-FFF2-40B4-BE49-F238E27FC236}">
                <a16:creationId xmlns:a16="http://schemas.microsoft.com/office/drawing/2014/main" id="{BA7AC5EF-7C80-480E-96FB-4ACD0623B4DE}"/>
              </a:ext>
            </a:extLst>
          </p:cNvPr>
          <p:cNvPicPr>
            <a:picLocks noChangeAspect="1"/>
          </p:cNvPicPr>
          <p:nvPr/>
        </p:nvPicPr>
        <p:blipFill rotWithShape="1">
          <a:blip r:embed="rId2">
            <a:extLst>
              <a:ext uri="{28A0092B-C50C-407E-A947-70E740481C1C}">
                <a14:useLocalDpi xmlns:a14="http://schemas.microsoft.com/office/drawing/2010/main" val="0"/>
              </a:ext>
            </a:extLst>
          </a:blip>
          <a:srcRect b="5029"/>
          <a:stretch/>
        </p:blipFill>
        <p:spPr>
          <a:xfrm>
            <a:off x="556508" y="14983129"/>
            <a:ext cx="11305753" cy="5951126"/>
          </a:xfrm>
          <a:prstGeom prst="rect">
            <a:avLst/>
          </a:prstGeom>
        </p:spPr>
      </p:pic>
      <p:sp>
        <p:nvSpPr>
          <p:cNvPr id="27" name="TextBox 31">
            <a:extLst>
              <a:ext uri="{FF2B5EF4-FFF2-40B4-BE49-F238E27FC236}">
                <a16:creationId xmlns:a16="http://schemas.microsoft.com/office/drawing/2014/main" id="{4518F688-710F-4F25-86E1-D507EBBB3E17}"/>
              </a:ext>
            </a:extLst>
          </p:cNvPr>
          <p:cNvSpPr txBox="1"/>
          <p:nvPr/>
        </p:nvSpPr>
        <p:spPr>
          <a:xfrm>
            <a:off x="288081" y="-1362157"/>
            <a:ext cx="2494626" cy="369332"/>
          </a:xfrm>
          <a:prstGeom prst="rect">
            <a:avLst/>
          </a:prstGeom>
          <a:solidFill>
            <a:schemeClr val="bg1"/>
          </a:solidFill>
          <a:ln>
            <a:solidFill>
              <a:schemeClr val="bg1"/>
            </a:solidFill>
          </a:ln>
        </p:spPr>
        <p:txBody>
          <a:bodyPr wrap="square" rtlCol="0">
            <a:spAutoFit/>
          </a:bodyPr>
          <a:lstStyle/>
          <a:p>
            <a:r>
              <a:rPr lang="fr-FR" b="1" dirty="0">
                <a:solidFill>
                  <a:srgbClr val="002060"/>
                </a:solidFill>
              </a:rPr>
              <a:t>Diagramme de classe:</a:t>
            </a:r>
            <a:endParaRPr lang="en-US" b="1" dirty="0">
              <a:solidFill>
                <a:srgbClr val="002060"/>
              </a:solidFill>
            </a:endParaRPr>
          </a:p>
        </p:txBody>
      </p:sp>
      <p:sp>
        <p:nvSpPr>
          <p:cNvPr id="28" name="Rectangle 27">
            <a:extLst>
              <a:ext uri="{FF2B5EF4-FFF2-40B4-BE49-F238E27FC236}">
                <a16:creationId xmlns:a16="http://schemas.microsoft.com/office/drawing/2014/main" id="{B3DE0D9B-80E5-4FEB-9424-F247EB70941B}"/>
              </a:ext>
            </a:extLst>
          </p:cNvPr>
          <p:cNvSpPr/>
          <p:nvPr/>
        </p:nvSpPr>
        <p:spPr>
          <a:xfrm>
            <a:off x="17349164" y="396664"/>
            <a:ext cx="9297651"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29" name="image24.png">
            <a:extLst>
              <a:ext uri="{FF2B5EF4-FFF2-40B4-BE49-F238E27FC236}">
                <a16:creationId xmlns:a16="http://schemas.microsoft.com/office/drawing/2014/main" id="{4C6CA3CA-5140-4558-A77E-424216959925}"/>
              </a:ext>
            </a:extLst>
          </p:cNvPr>
          <p:cNvPicPr/>
          <p:nvPr/>
        </p:nvPicPr>
        <p:blipFill>
          <a:blip r:embed="rId3" cstate="print"/>
          <a:stretch>
            <a:fillRect/>
          </a:stretch>
        </p:blipFill>
        <p:spPr>
          <a:xfrm>
            <a:off x="7039328" y="7801275"/>
            <a:ext cx="1214339" cy="788206"/>
          </a:xfrm>
          <a:prstGeom prst="rect">
            <a:avLst/>
          </a:prstGeom>
        </p:spPr>
      </p:pic>
      <p:pic>
        <p:nvPicPr>
          <p:cNvPr id="30" name="Image 29">
            <a:extLst>
              <a:ext uri="{FF2B5EF4-FFF2-40B4-BE49-F238E27FC236}">
                <a16:creationId xmlns:a16="http://schemas.microsoft.com/office/drawing/2014/main" id="{AB2A79CA-ED6B-4CC6-A7A7-779E188C30C7}"/>
              </a:ext>
            </a:extLst>
          </p:cNvPr>
          <p:cNvPicPr/>
          <p:nvPr/>
        </p:nvPicPr>
        <p:blipFill rotWithShape="1">
          <a:blip r:embed="rId4">
            <a:extLst>
              <a:ext uri="{28A0092B-C50C-407E-A947-70E740481C1C}">
                <a14:useLocalDpi xmlns:a14="http://schemas.microsoft.com/office/drawing/2010/main" val="0"/>
              </a:ext>
            </a:extLst>
          </a:blip>
          <a:srcRect l="21007" t="9515" r="18130" b="10603"/>
          <a:stretch/>
        </p:blipFill>
        <p:spPr bwMode="auto">
          <a:xfrm>
            <a:off x="7249813" y="10520411"/>
            <a:ext cx="939685" cy="803179"/>
          </a:xfrm>
          <a:prstGeom prst="rect">
            <a:avLst/>
          </a:prstGeom>
          <a:ln>
            <a:noFill/>
          </a:ln>
          <a:extLst>
            <a:ext uri="{53640926-AAD7-44D8-BBD7-CCE9431645EC}">
              <a14:shadowObscured xmlns:a14="http://schemas.microsoft.com/office/drawing/2010/main"/>
            </a:ext>
          </a:extLst>
        </p:spPr>
      </p:pic>
      <p:pic>
        <p:nvPicPr>
          <p:cNvPr id="31" name="image23.png">
            <a:extLst>
              <a:ext uri="{FF2B5EF4-FFF2-40B4-BE49-F238E27FC236}">
                <a16:creationId xmlns:a16="http://schemas.microsoft.com/office/drawing/2014/main" id="{851D4691-8E20-428D-9072-1DDC8CD45680}"/>
              </a:ext>
            </a:extLst>
          </p:cNvPr>
          <p:cNvPicPr/>
          <p:nvPr/>
        </p:nvPicPr>
        <p:blipFill>
          <a:blip r:embed="rId5" cstate="print"/>
          <a:stretch>
            <a:fillRect/>
          </a:stretch>
        </p:blipFill>
        <p:spPr>
          <a:xfrm>
            <a:off x="9769492" y="7947660"/>
            <a:ext cx="1226168" cy="655671"/>
          </a:xfrm>
          <a:prstGeom prst="rect">
            <a:avLst/>
          </a:prstGeom>
        </p:spPr>
      </p:pic>
      <p:pic>
        <p:nvPicPr>
          <p:cNvPr id="32" name="Image 31">
            <a:extLst>
              <a:ext uri="{FF2B5EF4-FFF2-40B4-BE49-F238E27FC236}">
                <a16:creationId xmlns:a16="http://schemas.microsoft.com/office/drawing/2014/main" id="{E60283D4-31AC-465F-AE8D-00E372CF121E}"/>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9879049" y="10288397"/>
            <a:ext cx="1095293" cy="885416"/>
          </a:xfrm>
          <a:prstGeom prst="rect">
            <a:avLst/>
          </a:prstGeom>
        </p:spPr>
      </p:pic>
      <p:pic>
        <p:nvPicPr>
          <p:cNvPr id="33" name="Image 32">
            <a:extLst>
              <a:ext uri="{FF2B5EF4-FFF2-40B4-BE49-F238E27FC236}">
                <a16:creationId xmlns:a16="http://schemas.microsoft.com/office/drawing/2014/main" id="{DC2C855F-1F0C-4F43-B635-F7AF59608740}"/>
              </a:ext>
            </a:extLst>
          </p:cNvPr>
          <p:cNvPicPr/>
          <p:nvPr/>
        </p:nvPicPr>
        <p:blipFill>
          <a:blip r:embed="rId7">
            <a:extLst>
              <a:ext uri="{28A0092B-C50C-407E-A947-70E740481C1C}">
                <a14:useLocalDpi xmlns:a14="http://schemas.microsoft.com/office/drawing/2010/main" val="0"/>
              </a:ext>
            </a:extLst>
          </a:blip>
          <a:stretch>
            <a:fillRect/>
          </a:stretch>
        </p:blipFill>
        <p:spPr>
          <a:xfrm>
            <a:off x="1237864" y="7769191"/>
            <a:ext cx="1417104" cy="1112273"/>
          </a:xfrm>
          <a:prstGeom prst="rect">
            <a:avLst/>
          </a:prstGeom>
        </p:spPr>
      </p:pic>
      <p:pic>
        <p:nvPicPr>
          <p:cNvPr id="34" name="Image 33">
            <a:extLst>
              <a:ext uri="{FF2B5EF4-FFF2-40B4-BE49-F238E27FC236}">
                <a16:creationId xmlns:a16="http://schemas.microsoft.com/office/drawing/2014/main" id="{C959C27C-D190-496F-BB81-7CD4C53E46CF}"/>
              </a:ext>
            </a:extLst>
          </p:cNvPr>
          <p:cNvPicPr/>
          <p:nvPr/>
        </p:nvPicPr>
        <p:blipFill>
          <a:blip r:embed="rId8">
            <a:extLst>
              <a:ext uri="{28A0092B-C50C-407E-A947-70E740481C1C}">
                <a14:useLocalDpi xmlns:a14="http://schemas.microsoft.com/office/drawing/2010/main" val="0"/>
              </a:ext>
            </a:extLst>
          </a:blip>
          <a:stretch>
            <a:fillRect/>
          </a:stretch>
        </p:blipFill>
        <p:spPr>
          <a:xfrm>
            <a:off x="4542593" y="10472686"/>
            <a:ext cx="871219" cy="813027"/>
          </a:xfrm>
          <a:prstGeom prst="rect">
            <a:avLst/>
          </a:prstGeom>
        </p:spPr>
      </p:pic>
      <p:pic>
        <p:nvPicPr>
          <p:cNvPr id="35" name="image125.png">
            <a:extLst>
              <a:ext uri="{FF2B5EF4-FFF2-40B4-BE49-F238E27FC236}">
                <a16:creationId xmlns:a16="http://schemas.microsoft.com/office/drawing/2014/main" id="{3F5AC3F5-228D-4920-9584-4E3199E1F27A}"/>
              </a:ext>
            </a:extLst>
          </p:cNvPr>
          <p:cNvPicPr/>
          <p:nvPr/>
        </p:nvPicPr>
        <p:blipFill>
          <a:blip r:embed="rId9" cstate="print"/>
          <a:stretch>
            <a:fillRect/>
          </a:stretch>
        </p:blipFill>
        <p:spPr>
          <a:xfrm>
            <a:off x="1289256" y="10396888"/>
            <a:ext cx="1301545" cy="880176"/>
          </a:xfrm>
          <a:prstGeom prst="rect">
            <a:avLst/>
          </a:prstGeom>
        </p:spPr>
      </p:pic>
      <p:pic>
        <p:nvPicPr>
          <p:cNvPr id="36" name="image123.png">
            <a:extLst>
              <a:ext uri="{FF2B5EF4-FFF2-40B4-BE49-F238E27FC236}">
                <a16:creationId xmlns:a16="http://schemas.microsoft.com/office/drawing/2014/main" id="{4A132905-F6EB-4475-AC7A-43EE58A34E8A}"/>
              </a:ext>
            </a:extLst>
          </p:cNvPr>
          <p:cNvPicPr/>
          <p:nvPr/>
        </p:nvPicPr>
        <p:blipFill>
          <a:blip r:embed="rId10" cstate="print"/>
          <a:stretch>
            <a:fillRect/>
          </a:stretch>
        </p:blipFill>
        <p:spPr>
          <a:xfrm>
            <a:off x="5977697" y="12220876"/>
            <a:ext cx="936460" cy="744347"/>
          </a:xfrm>
          <a:prstGeom prst="rect">
            <a:avLst/>
          </a:prstGeom>
        </p:spPr>
      </p:pic>
      <p:pic>
        <p:nvPicPr>
          <p:cNvPr id="37" name="Picture 4">
            <a:extLst>
              <a:ext uri="{FF2B5EF4-FFF2-40B4-BE49-F238E27FC236}">
                <a16:creationId xmlns:a16="http://schemas.microsoft.com/office/drawing/2014/main" id="{37468280-D8BF-40B5-9AD1-A8776394F558}"/>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4516080" y="7908449"/>
            <a:ext cx="850003" cy="850003"/>
          </a:xfrm>
          <a:prstGeom prst="rect">
            <a:avLst/>
          </a:prstGeom>
        </p:spPr>
      </p:pic>
      <p:sp>
        <p:nvSpPr>
          <p:cNvPr id="38" name="TextBox 31">
            <a:extLst>
              <a:ext uri="{FF2B5EF4-FFF2-40B4-BE49-F238E27FC236}">
                <a16:creationId xmlns:a16="http://schemas.microsoft.com/office/drawing/2014/main" id="{7568C015-3547-4649-897F-D1F86B3A7D5B}"/>
              </a:ext>
            </a:extLst>
          </p:cNvPr>
          <p:cNvSpPr txBox="1"/>
          <p:nvPr/>
        </p:nvSpPr>
        <p:spPr>
          <a:xfrm>
            <a:off x="-2399114" y="203535"/>
            <a:ext cx="2259603" cy="400110"/>
          </a:xfrm>
          <a:prstGeom prst="rect">
            <a:avLst/>
          </a:prstGeom>
          <a:solidFill>
            <a:schemeClr val="bg1"/>
          </a:solidFill>
        </p:spPr>
        <p:txBody>
          <a:bodyPr wrap="square" rtlCol="0">
            <a:spAutoFit/>
          </a:bodyPr>
          <a:lstStyle/>
          <a:p>
            <a:r>
              <a:rPr lang="en-US" sz="2000" b="1" dirty="0">
                <a:solidFill>
                  <a:srgbClr val="002060"/>
                </a:solidFill>
              </a:rPr>
              <a:t>THE TOOLS USED</a:t>
            </a:r>
          </a:p>
        </p:txBody>
      </p:sp>
      <p:sp>
        <p:nvSpPr>
          <p:cNvPr id="39" name="Rectangle 38">
            <a:extLst>
              <a:ext uri="{FF2B5EF4-FFF2-40B4-BE49-F238E27FC236}">
                <a16:creationId xmlns:a16="http://schemas.microsoft.com/office/drawing/2014/main" id="{318B3852-52AA-47BF-A0CB-E1ED6BA4C3DE}"/>
              </a:ext>
            </a:extLst>
          </p:cNvPr>
          <p:cNvSpPr/>
          <p:nvPr/>
        </p:nvSpPr>
        <p:spPr>
          <a:xfrm>
            <a:off x="13220889" y="403590"/>
            <a:ext cx="9717126"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pic>
        <p:nvPicPr>
          <p:cNvPr id="44" name="Picture 2" descr="Django Logo PNG Vector (SVG) Free Download">
            <a:extLst>
              <a:ext uri="{FF2B5EF4-FFF2-40B4-BE49-F238E27FC236}">
                <a16:creationId xmlns:a16="http://schemas.microsoft.com/office/drawing/2014/main" id="{343387D3-AC9E-4B1D-96C4-2358230AE3A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60086" y="8777860"/>
            <a:ext cx="1585340" cy="158534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 descr="Neon annonce le lancement d'une solution Postgres conviviale multicloud et  entièrement gérée pour les développeurs">
            <a:extLst>
              <a:ext uri="{FF2B5EF4-FFF2-40B4-BE49-F238E27FC236}">
                <a16:creationId xmlns:a16="http://schemas.microsoft.com/office/drawing/2014/main" id="{81F56D70-B7F3-43AB-AB28-0B4A0515F21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81422" y="8457107"/>
            <a:ext cx="295275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6" descr="Icône de Postgresql plaine le mot-symbole logo">
            <a:extLst>
              <a:ext uri="{FF2B5EF4-FFF2-40B4-BE49-F238E27FC236}">
                <a16:creationId xmlns:a16="http://schemas.microsoft.com/office/drawing/2014/main" id="{19F67226-9682-4CCB-A581-8D6155B9E4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610600" y="8664172"/>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16">
            <a:extLst>
              <a:ext uri="{FF2B5EF4-FFF2-40B4-BE49-F238E27FC236}">
                <a16:creationId xmlns:a16="http://schemas.microsoft.com/office/drawing/2014/main" id="{77B57900-7F4B-4705-8233-E60E16BC3D7C}"/>
              </a:ext>
            </a:extLst>
          </p:cNvPr>
          <p:cNvSpPr txBox="1"/>
          <p:nvPr/>
        </p:nvSpPr>
        <p:spPr>
          <a:xfrm>
            <a:off x="2416091" y="11240172"/>
            <a:ext cx="3341706" cy="1569660"/>
          </a:xfrm>
          <a:prstGeom prst="rect">
            <a:avLst/>
          </a:prstGeom>
          <a:noFill/>
        </p:spPr>
        <p:txBody>
          <a:bodyPr wrap="square" rtlCol="0">
            <a:spAutoFit/>
          </a:bodyPr>
          <a:lstStyle/>
          <a:p>
            <a:r>
              <a:rPr lang="fr-FR" sz="9600" b="1" dirty="0" err="1">
                <a:ea typeface="Calibri" panose="020F0502020204030204" pitchFamily="34" charset="0"/>
              </a:rPr>
              <a:t>RPyC</a:t>
            </a:r>
            <a:endParaRPr lang="fr-FR" sz="8800" b="1" dirty="0"/>
          </a:p>
        </p:txBody>
      </p:sp>
      <p:pic>
        <p:nvPicPr>
          <p:cNvPr id="48" name="Picture 8" descr="FastAPI Logo PNG Vector (SVG) Free Download">
            <a:extLst>
              <a:ext uri="{FF2B5EF4-FFF2-40B4-BE49-F238E27FC236}">
                <a16:creationId xmlns:a16="http://schemas.microsoft.com/office/drawing/2014/main" id="{2E5BE857-9C51-4844-8250-6DAFE89D946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34206" y="10714433"/>
            <a:ext cx="2449424" cy="2449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754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F8999262-5267-4978-9C63-12E591013E47}"/>
              </a:ext>
            </a:extLst>
          </p:cNvPr>
          <p:cNvSpPr txBox="1"/>
          <p:nvPr/>
        </p:nvSpPr>
        <p:spPr>
          <a:xfrm>
            <a:off x="1360086" y="203535"/>
            <a:ext cx="2259603" cy="400110"/>
          </a:xfrm>
          <a:prstGeom prst="rect">
            <a:avLst/>
          </a:prstGeom>
          <a:solidFill>
            <a:schemeClr val="bg1"/>
          </a:solidFill>
        </p:spPr>
        <p:txBody>
          <a:bodyPr wrap="square" rtlCol="0">
            <a:spAutoFit/>
          </a:bodyPr>
          <a:lstStyle/>
          <a:p>
            <a:r>
              <a:rPr lang="en-US" sz="2000" b="1" dirty="0">
                <a:solidFill>
                  <a:srgbClr val="002060"/>
                </a:solidFill>
              </a:rPr>
              <a:t>THE TOOLS USED</a:t>
            </a:r>
          </a:p>
        </p:txBody>
      </p:sp>
      <p:sp>
        <p:nvSpPr>
          <p:cNvPr id="9" name="Rectangle 8"/>
          <p:cNvSpPr/>
          <p:nvPr/>
        </p:nvSpPr>
        <p:spPr>
          <a:xfrm>
            <a:off x="3619689" y="403590"/>
            <a:ext cx="9717126"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2" name="Slide Number Placeholder 1"/>
          <p:cNvSpPr>
            <a:spLocks noGrp="1"/>
          </p:cNvSpPr>
          <p:nvPr>
            <p:ph type="sldNum" sz="quarter" idx="12"/>
          </p:nvPr>
        </p:nvSpPr>
        <p:spPr/>
        <p:txBody>
          <a:bodyPr/>
          <a:lstStyle/>
          <a:p>
            <a:fld id="{02383E7E-9DFE-4A1E-AEC2-D2E19E891C2C}" type="slidenum">
              <a:rPr lang="en-US" smtClean="0"/>
              <a:t>14</a:t>
            </a:fld>
            <a:endParaRPr lang="en-US" dirty="0"/>
          </a:p>
        </p:txBody>
      </p:sp>
      <p:pic>
        <p:nvPicPr>
          <p:cNvPr id="7170" name="Picture 2" descr="Django Logo PNG Vector (SVG) Free Download">
            <a:extLst>
              <a:ext uri="{FF2B5EF4-FFF2-40B4-BE49-F238E27FC236}">
                <a16:creationId xmlns:a16="http://schemas.microsoft.com/office/drawing/2014/main" id="{DD94D676-B14F-42E8-9A23-D9E7E343EA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086" y="1843660"/>
            <a:ext cx="1585340" cy="158534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Neon annonce le lancement d'une solution Postgres conviviale multicloud et  entièrement gérée pour les développeurs">
            <a:extLst>
              <a:ext uri="{FF2B5EF4-FFF2-40B4-BE49-F238E27FC236}">
                <a16:creationId xmlns:a16="http://schemas.microsoft.com/office/drawing/2014/main" id="{29AC6177-4EBC-47AB-BEC2-4895F200B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1422" y="1522907"/>
            <a:ext cx="295275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Icône de Postgresql plaine le mot-symbole logo">
            <a:extLst>
              <a:ext uri="{FF2B5EF4-FFF2-40B4-BE49-F238E27FC236}">
                <a16:creationId xmlns:a16="http://schemas.microsoft.com/office/drawing/2014/main" id="{52226AF8-5664-404B-9138-DEDEEC6CEF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00" y="1729972"/>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6">
            <a:extLst>
              <a:ext uri="{FF2B5EF4-FFF2-40B4-BE49-F238E27FC236}">
                <a16:creationId xmlns:a16="http://schemas.microsoft.com/office/drawing/2014/main" id="{E85D0818-1775-4404-A810-E0D451E39C14}"/>
              </a:ext>
            </a:extLst>
          </p:cNvPr>
          <p:cNvSpPr txBox="1"/>
          <p:nvPr/>
        </p:nvSpPr>
        <p:spPr>
          <a:xfrm>
            <a:off x="2416091" y="4305972"/>
            <a:ext cx="3341706" cy="1569660"/>
          </a:xfrm>
          <a:prstGeom prst="rect">
            <a:avLst/>
          </a:prstGeom>
          <a:noFill/>
        </p:spPr>
        <p:txBody>
          <a:bodyPr wrap="square" rtlCol="0">
            <a:spAutoFit/>
          </a:bodyPr>
          <a:lstStyle/>
          <a:p>
            <a:r>
              <a:rPr lang="fr-FR" sz="9600" b="1" dirty="0" err="1">
                <a:ea typeface="Calibri" panose="020F0502020204030204" pitchFamily="34" charset="0"/>
              </a:rPr>
              <a:t>RPyC</a:t>
            </a:r>
            <a:endParaRPr lang="fr-FR" sz="8800" b="1" dirty="0"/>
          </a:p>
        </p:txBody>
      </p:sp>
      <p:pic>
        <p:nvPicPr>
          <p:cNvPr id="7176" name="Picture 8" descr="FastAPI Logo PNG Vector (SVG) Free Download">
            <a:extLst>
              <a:ext uri="{FF2B5EF4-FFF2-40B4-BE49-F238E27FC236}">
                <a16:creationId xmlns:a16="http://schemas.microsoft.com/office/drawing/2014/main" id="{11ACF42E-22F7-441E-A01E-25E2D992F4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4206" y="3780233"/>
            <a:ext cx="2449424" cy="2449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169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179327" y="2606040"/>
            <a:ext cx="6198670" cy="164592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8999262-5267-4978-9C63-12E591013E47}"/>
              </a:ext>
            </a:extLst>
          </p:cNvPr>
          <p:cNvSpPr txBox="1"/>
          <p:nvPr/>
        </p:nvSpPr>
        <p:spPr>
          <a:xfrm>
            <a:off x="4900043" y="3174831"/>
            <a:ext cx="2749635" cy="584775"/>
          </a:xfrm>
          <a:prstGeom prst="rect">
            <a:avLst/>
          </a:prstGeom>
          <a:noFill/>
          <a:ln>
            <a:noFill/>
          </a:ln>
        </p:spPr>
        <p:txBody>
          <a:bodyPr wrap="square" rtlCol="0">
            <a:spAutoFit/>
          </a:bodyPr>
          <a:lstStyle/>
          <a:p>
            <a:r>
              <a:rPr lang="fr-FR" sz="3200" b="1" dirty="0" err="1">
                <a:solidFill>
                  <a:schemeClr val="bg1"/>
                </a:solidFill>
              </a:rPr>
              <a:t>Demonstration</a:t>
            </a:r>
            <a:endParaRPr lang="fr-FR" sz="3200" b="1" dirty="0">
              <a:solidFill>
                <a:schemeClr val="bg1"/>
              </a:solidFill>
            </a:endParaRPr>
          </a:p>
        </p:txBody>
      </p:sp>
      <p:sp>
        <p:nvSpPr>
          <p:cNvPr id="2" name="Slide Number Placeholder 1"/>
          <p:cNvSpPr>
            <a:spLocks noGrp="1"/>
          </p:cNvSpPr>
          <p:nvPr>
            <p:ph type="sldNum" sz="quarter" idx="12"/>
          </p:nvPr>
        </p:nvSpPr>
        <p:spPr/>
        <p:txBody>
          <a:bodyPr/>
          <a:lstStyle/>
          <a:p>
            <a:fld id="{02383E7E-9DFE-4A1E-AEC2-D2E19E891C2C}" type="slidenum">
              <a:rPr lang="en-US" smtClean="0"/>
              <a:t>15</a:t>
            </a:fld>
            <a:endParaRPr lang="en-US" dirty="0"/>
          </a:p>
        </p:txBody>
      </p:sp>
    </p:spTree>
    <p:extLst>
      <p:ext uri="{BB962C8B-B14F-4D97-AF65-F5344CB8AC3E}">
        <p14:creationId xmlns:p14="http://schemas.microsoft.com/office/powerpoint/2010/main" val="2750296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179327" y="2606040"/>
            <a:ext cx="6198670" cy="1645920"/>
          </a:xfrm>
          <a:prstGeom prst="roundRect">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8999262-5267-4978-9C63-12E591013E47}"/>
              </a:ext>
            </a:extLst>
          </p:cNvPr>
          <p:cNvSpPr txBox="1"/>
          <p:nvPr/>
        </p:nvSpPr>
        <p:spPr>
          <a:xfrm>
            <a:off x="5156716" y="3144253"/>
            <a:ext cx="2391094" cy="584775"/>
          </a:xfrm>
          <a:prstGeom prst="rect">
            <a:avLst/>
          </a:prstGeom>
          <a:noFill/>
          <a:ln>
            <a:noFill/>
          </a:ln>
        </p:spPr>
        <p:txBody>
          <a:bodyPr wrap="square" rtlCol="0">
            <a:spAutoFit/>
          </a:bodyPr>
          <a:lstStyle/>
          <a:p>
            <a:r>
              <a:rPr lang="fr-FR" sz="3200" b="1" dirty="0">
                <a:solidFill>
                  <a:schemeClr val="bg1"/>
                </a:solidFill>
              </a:rPr>
              <a:t>Conclusion </a:t>
            </a:r>
          </a:p>
        </p:txBody>
      </p:sp>
      <p:sp>
        <p:nvSpPr>
          <p:cNvPr id="2" name="Slide Number Placeholder 1"/>
          <p:cNvSpPr>
            <a:spLocks noGrp="1"/>
          </p:cNvSpPr>
          <p:nvPr>
            <p:ph type="sldNum" sz="quarter" idx="12"/>
          </p:nvPr>
        </p:nvSpPr>
        <p:spPr/>
        <p:txBody>
          <a:bodyPr/>
          <a:lstStyle/>
          <a:p>
            <a:fld id="{02383E7E-9DFE-4A1E-AEC2-D2E19E891C2C}" type="slidenum">
              <a:rPr lang="en-US" smtClean="0"/>
              <a:t>16</a:t>
            </a:fld>
            <a:endParaRPr lang="en-US" dirty="0"/>
          </a:p>
        </p:txBody>
      </p:sp>
    </p:spTree>
    <p:extLst>
      <p:ext uri="{BB962C8B-B14F-4D97-AF65-F5344CB8AC3E}">
        <p14:creationId xmlns:p14="http://schemas.microsoft.com/office/powerpoint/2010/main" val="655844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heme/theme1.xml><?xml version="1.0" encoding="utf-8"?>
<a:theme xmlns:a="http://schemas.openxmlformats.org/drawingml/2006/main" name="Office Theme">
  <a:themeElements>
    <a:clrScheme name="Ppt Template">
      <a:dk1>
        <a:sysClr val="windowText" lastClr="000000"/>
      </a:dk1>
      <a:lt1>
        <a:sysClr val="window" lastClr="FFFFFF"/>
      </a:lt1>
      <a:dk2>
        <a:srgbClr val="7F7F7F"/>
      </a:dk2>
      <a:lt2>
        <a:srgbClr val="F2F2F2"/>
      </a:lt2>
      <a:accent1>
        <a:srgbClr val="0A1931"/>
      </a:accent1>
      <a:accent2>
        <a:srgbClr val="185ADB"/>
      </a:accent2>
      <a:accent3>
        <a:srgbClr val="FFC947"/>
      </a:accent3>
      <a:accent4>
        <a:srgbClr val="EFEFEF"/>
      </a:accent4>
      <a:accent5>
        <a:srgbClr val="5B9BD5"/>
      </a:accent5>
      <a:accent6>
        <a:srgbClr val="70AD47"/>
      </a:accent6>
      <a:hlink>
        <a:srgbClr val="0563C1"/>
      </a:hlink>
      <a:folHlink>
        <a:srgbClr val="954F72"/>
      </a:folHlink>
    </a:clrScheme>
    <a:fontScheme name="Quicksand">
      <a:majorFont>
        <a:latin typeface="quicksand"/>
        <a:ea typeface=""/>
        <a:cs typeface=""/>
      </a:majorFont>
      <a:minorFont>
        <a:latin typeface="quicks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8939</TotalTime>
  <Words>258</Words>
  <Application>Microsoft Office PowerPoint</Application>
  <PresentationFormat>Grand écran</PresentationFormat>
  <Paragraphs>90</Paragraphs>
  <Slides>16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quicksand</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Raiyan Siyam</dc:creator>
  <cp:lastModifiedBy>safa</cp:lastModifiedBy>
  <cp:revision>243</cp:revision>
  <dcterms:created xsi:type="dcterms:W3CDTF">2021-07-11T18:19:19Z</dcterms:created>
  <dcterms:modified xsi:type="dcterms:W3CDTF">2025-12-29T09:57:22Z</dcterms:modified>
</cp:coreProperties>
</file>